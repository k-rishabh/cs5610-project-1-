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105e7d41c9e4a10" /><Relationship Type="http://schemas.openxmlformats.org/officeDocument/2006/relationships/extended-properties" Target="/docProps/app.xml" Id="R33fbb8ae24944c2e" /><Relationship Type="http://schemas.openxmlformats.org/officeDocument/2006/relationships/officeDocument" Target="/ppt/presentation.xml" Id="Rf97e44f9d8f74e14" /></Relationships>
</file>

<file path=ppt/presentation.xml><?xml version="1.0" encoding="utf-8"?>
<p:presentation xmlns:p="http://schemas.openxmlformats.org/presentationml/2006/main">
  <p:sldMasterIdLst>
    <p:sldMasterId xmlns:r="http://schemas.openxmlformats.org/officeDocument/2006/relationships" id="2147483648" r:id="Rcafd6704d4ad4eac"/>
  </p:sldMasterIdLst>
  <p:notesMasterIdLst>
    <p:notesMasterId xmlns:r="http://schemas.openxmlformats.org/officeDocument/2006/relationships" r:id="R985ca1db90ce4daf"/>
  </p:notesMasterIdLst>
  <p:sldIdLst>
    <p:sldId xmlns:r="http://schemas.openxmlformats.org/officeDocument/2006/relationships" id="256" r:id="R520411ace9934915"/>
    <p:sldId xmlns:r="http://schemas.openxmlformats.org/officeDocument/2006/relationships" id="257" r:id="R3c2713b85d2d4c2f"/>
    <p:sldId xmlns:r="http://schemas.openxmlformats.org/officeDocument/2006/relationships" id="258" r:id="R845e9026b8164015"/>
    <p:sldId xmlns:r="http://schemas.openxmlformats.org/officeDocument/2006/relationships" id="259" r:id="Ra0f2fb0eb92e418d"/>
    <p:sldId xmlns:r="http://schemas.openxmlformats.org/officeDocument/2006/relationships" id="260" r:id="R3ad9f3e174494602"/>
    <p:sldId xmlns:r="http://schemas.openxmlformats.org/officeDocument/2006/relationships" id="261" r:id="R50d851763a5149d5"/>
    <p:sldId xmlns:r="http://schemas.openxmlformats.org/officeDocument/2006/relationships" id="262" r:id="R91072fcebf0943a9"/>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fa0416875a548ad" /><Relationship Type="http://schemas.openxmlformats.org/officeDocument/2006/relationships/slideMaster" Target="/ppt/slideMasters/slideMaster1.xml" Id="Rcafd6704d4ad4eac" /><Relationship Type="http://schemas.openxmlformats.org/officeDocument/2006/relationships/notesMaster" Target="/ppt/notesMasters/notesMaster1.xml" Id="R985ca1db90ce4daf" /><Relationship Type="http://schemas.openxmlformats.org/officeDocument/2006/relationships/presProps" Target="/ppt/presProps.xml" Id="R5eb48409c32c4cc9" /><Relationship Type="http://schemas.openxmlformats.org/officeDocument/2006/relationships/tableStyles" Target="/ppt/tableStyles.xml" Id="R50cc88d3ebc842c7" /><Relationship Type="http://schemas.openxmlformats.org/officeDocument/2006/relationships/slide" Target="/ppt/slides/slide1.xml" Id="R520411ace9934915" /><Relationship Type="http://schemas.openxmlformats.org/officeDocument/2006/relationships/slide" Target="/ppt/slides/slide2.xml" Id="R3c2713b85d2d4c2f" /><Relationship Type="http://schemas.openxmlformats.org/officeDocument/2006/relationships/slide" Target="/ppt/slides/slide3.xml" Id="R845e9026b8164015" /><Relationship Type="http://schemas.openxmlformats.org/officeDocument/2006/relationships/slide" Target="/ppt/slides/slide4.xml" Id="Ra0f2fb0eb92e418d" /><Relationship Type="http://schemas.openxmlformats.org/officeDocument/2006/relationships/slide" Target="/ppt/slides/slide5.xml" Id="R3ad9f3e174494602" /><Relationship Type="http://schemas.openxmlformats.org/officeDocument/2006/relationships/slide" Target="/ppt/slides/slide6.xml" Id="R50d851763a5149d5" /><Relationship Type="http://schemas.openxmlformats.org/officeDocument/2006/relationships/slide" Target="/ppt/slides/slide7.xml" Id="R91072fcebf0943a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c50d1094bf2423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23cd97750e54fad" /><Relationship Type="http://schemas.openxmlformats.org/officeDocument/2006/relationships/notesMaster" Target="/ppt/notesMasters/notesMaster1.xml" Id="R8eb9c7fdb3f54ea6" /></Relationships>
</file>

<file path=ppt/notesSlides/_rels/notesSlide2.xml.rels>&#65279;<?xml version="1.0" encoding="utf-8"?><Relationships xmlns="http://schemas.openxmlformats.org/package/2006/relationships"><Relationship Type="http://schemas.openxmlformats.org/officeDocument/2006/relationships/slide" Target="/ppt/slides/slide2.xml" Id="R6ab14c3e484f412d" /><Relationship Type="http://schemas.openxmlformats.org/officeDocument/2006/relationships/notesMaster" Target="/ppt/notesMasters/notesMaster1.xml" Id="Rf42a70e566954079" /></Relationships>
</file>

<file path=ppt/notesSlides/_rels/notesSlide3.xml.rels>&#65279;<?xml version="1.0" encoding="utf-8"?><Relationships xmlns="http://schemas.openxmlformats.org/package/2006/relationships"><Relationship Type="http://schemas.openxmlformats.org/officeDocument/2006/relationships/slide" Target="/ppt/slides/slide3.xml" Id="R8c354949611544fd" /><Relationship Type="http://schemas.openxmlformats.org/officeDocument/2006/relationships/notesMaster" Target="/ppt/notesMasters/notesMaster1.xml" Id="R5ba6367d4f55498c" /></Relationships>
</file>

<file path=ppt/notesSlides/_rels/notesSlide4.xml.rels>&#65279;<?xml version="1.0" encoding="utf-8"?><Relationships xmlns="http://schemas.openxmlformats.org/package/2006/relationships"><Relationship Type="http://schemas.openxmlformats.org/officeDocument/2006/relationships/slide" Target="/ppt/slides/slide4.xml" Id="R0589146c247645e7" /><Relationship Type="http://schemas.openxmlformats.org/officeDocument/2006/relationships/notesMaster" Target="/ppt/notesMasters/notesMaster1.xml" Id="Rd67fd4df5861437b" /></Relationships>
</file>

<file path=ppt/notesSlides/_rels/notesSlide5.xml.rels>&#65279;<?xml version="1.0" encoding="utf-8"?><Relationships xmlns="http://schemas.openxmlformats.org/package/2006/relationships"><Relationship Type="http://schemas.openxmlformats.org/officeDocument/2006/relationships/slide" Target="/ppt/slides/slide5.xml" Id="R9c824a4ca58e45bb" /><Relationship Type="http://schemas.openxmlformats.org/officeDocument/2006/relationships/notesMaster" Target="/ppt/notesMasters/notesMaster1.xml" Id="R0eaffa26aa9c4b94" /></Relationships>
</file>

<file path=ppt/notesSlides/_rels/notesSlide6.xml.rels>&#65279;<?xml version="1.0" encoding="utf-8"?><Relationships xmlns="http://schemas.openxmlformats.org/package/2006/relationships"><Relationship Type="http://schemas.openxmlformats.org/officeDocument/2006/relationships/slide" Target="/ppt/slides/slide6.xml" Id="R3437246bec634e61" /><Relationship Type="http://schemas.openxmlformats.org/officeDocument/2006/relationships/notesMaster" Target="/ppt/notesMasters/notesMaster1.xml" Id="R138681cb15b94aec" /></Relationships>
</file>

<file path=ppt/notesSlides/_rels/notesSlide7.xml.rels>&#65279;<?xml version="1.0" encoding="utf-8"?><Relationships xmlns="http://schemas.openxmlformats.org/package/2006/relationships"><Relationship Type="http://schemas.openxmlformats.org/officeDocument/2006/relationships/slide" Target="/ppt/slides/slide7.xml" Id="Ra346a6aa3b9e4dbe" /><Relationship Type="http://schemas.openxmlformats.org/officeDocument/2006/relationships/notesMaster" Target="/ppt/notesMasters/notesMaster1.xml" Id="R5e3d04311a8d427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Kavya Kusuma Reddy Korem is an MS Computer Science student at Northeastern University. This personal homepage includes Home, About, and Bookshelf. Course presentation format supplied in Example Project presentation slides.pptx.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Home introduces Kavya as a graduate student at Northeastern University and presents skills and three project summaries. About expands the academic background. Bookshelf shares reading interests and provides genre and mood recommendations. Source: index.html, about.html, and ai-page.html in the supplied project.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supplied wireframes organize Home around introduction, skills, and projects, About around background and technical areas, and Bookshelf around favorite books and the finder. The implemented Home page uses larger project cards with descriptions. CSS defines a cream and sage palette with Georgia headings and Arial body text. Sources: supplied wireframes and css/style.css.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All pages use HTML and css/style.css. js/main.js is a native JavaScript module. The finder uses a local nested object and creates results with browser DOM APIs. The tools in package.json handle formatting, linting, and local HTTP preview. Sources: package.json, ai-page.html, and js/main.js.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finder supports three genres and four moods. All 12 combinations returned three title and author pairs during local browser checks. The screenshot shows Fantasy with Curious: The Name of the Wind by Patrick Rothfuss, Jonathan Strange &amp; Mr Norrell by Susanna Clarke, and The Once and Future Witches by Alix E. Harrow. Results update without reloading the page. Sources: js/main.js and the captured local Bookshelf page.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responsive stylesheet changes grids to one column at 800px and adjusts spacing and card padding at 500px. These rules accommodate the large headings and long recommendation titles. Checks at a 390px viewport width found no horizontal overflow on Home, About, or Bookshelf. This slide describes implementation challenges visible in the supplied source. It does not assert a personal development history. Source: css/style.css and local viewport checks.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live-site, repository, and video URLs come from the original project README. The screenshot shows the local Home page at a 390px viewport width. Contact: korem.k@northeastern.edu. The primary interactive demonstration is selecting a genre and mood on Bookshelf and clicking Find books.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f732b00fa42451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8cc02759979444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28f73ce8e74494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6743a0b2dea448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f4b8f539b54477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12166ba38ea4470"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89ed24aeec764d27"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a0db98c6bb914aaf"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ab40ab33708432f"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759558b24bd44458"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c15102b71fe64b11"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0" name="Google Shape;10;p2">
            <a:extLst xmlns:a="http://schemas.openxmlformats.org/drawingml/2006/main">
              <a:ext uri="{FF2B5EF4-FFF2-40B4-BE49-F238E27FC236}">
                <a16:creationId xmlns:a16="http://schemas.microsoft.com/office/drawing/2014/main" id="{2BB45B21-1DB5-4748-8736-31D91442A361}"/>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p:txBody>
      </p:sp>
      <p:sp>
        <p:nvSpPr>
          <p:cNvPr id="11" name="Google Shape;11;p2">
            <a:extLst xmlns:a="http://schemas.openxmlformats.org/drawingml/2006/main">
              <a:ext uri="{FF2B5EF4-FFF2-40B4-BE49-F238E27FC236}">
                <a16:creationId xmlns:a16="http://schemas.microsoft.com/office/drawing/2014/main" id="{A26886D0-BC7A-4A86-AF73-CFD6929E4F18}"/>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p:txBody>
      </p:sp>
      <p:sp>
        <p:nvSpPr>
          <p:cNvPr id="12" name="Google Shape;12;p2">
            <a:extLst xmlns:a="http://schemas.openxmlformats.org/drawingml/2006/main">
              <a:ext uri="{FF2B5EF4-FFF2-40B4-BE49-F238E27FC236}">
                <a16:creationId xmlns:a16="http://schemas.microsoft.com/office/drawing/2014/main" id="{D6145CFB-BCDB-4660-960F-A6F952D0A705}"/>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14" name="Google Shape;14;p3">
            <a:extLst xmlns:a="http://schemas.openxmlformats.org/drawingml/2006/main">
              <a:ext uri="{FF2B5EF4-FFF2-40B4-BE49-F238E27FC236}">
                <a16:creationId xmlns:a16="http://schemas.microsoft.com/office/drawing/2014/main" id="{2456023B-C73A-4929-968D-C80625AE834A}"/>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p:spPr>
        <p:txBody>
          <a:bodyPr xmlns:a="http://schemas.openxmlformats.org/drawingml/2006/main" spcFirstLastPara="1" wrap="square" lIns="91425" tIns="91425" rIns="91425" bIns="91425" anchor="ctr">
            <a:noAutofit/>
          </a:bodyPr>
          <a:lstStyle xmlns:a="http://schemas.openxmlformats.org/drawingml/2006/main">
            <a:lvl1pPr algn="ctr">
              <a:spcBef>
                <a:spcPts val="0"/>
              </a:spcBef>
              <a:spcAft>
                <a:spcPts val="0"/>
              </a:spcAft>
              <a:buSzPts val="3600"/>
              <a:buNone/>
              <a:defRPr sz="36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xmlns:a="http://schemas.openxmlformats.org/drawingml/2006/main"/>
        </p:txBody>
      </p:sp>
      <p:sp>
        <p:nvSpPr>
          <p:cNvPr id="15" name="Google Shape;15;p3">
            <a:extLst xmlns:a="http://schemas.openxmlformats.org/drawingml/2006/main">
              <a:ext uri="{FF2B5EF4-FFF2-40B4-BE49-F238E27FC236}">
                <a16:creationId xmlns:a16="http://schemas.microsoft.com/office/drawing/2014/main" id="{8846C33B-CBCD-482C-AD79-27BFCFDF562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17" name="Google Shape;17;p4">
            <a:extLst xmlns:a="http://schemas.openxmlformats.org/drawingml/2006/main">
              <a:ext uri="{FF2B5EF4-FFF2-40B4-BE49-F238E27FC236}">
                <a16:creationId xmlns:a16="http://schemas.microsoft.com/office/drawing/2014/main" id="{8F33F046-0A53-4C7A-88C1-BFE67931089F}"/>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18" name="Google Shape;18;p4">
            <a:extLst xmlns:a="http://schemas.openxmlformats.org/drawingml/2006/main">
              <a:ext uri="{FF2B5EF4-FFF2-40B4-BE49-F238E27FC236}">
                <a16:creationId xmlns:a16="http://schemas.microsoft.com/office/drawing/2014/main" id="{2467DD6E-3EF4-4189-AA23-B8D4DD5AC68E}"/>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marL="457200" indent="-342900">
              <a:spcBef>
                <a:spcPts val="0"/>
              </a:spcBef>
              <a:spcAft>
                <a:spcPts val="0"/>
              </a:spcAft>
              <a:buSzPts val="1800"/>
              <a:buChar char="●"/>
              <a:defRPr/>
            </a:lvl1pPr>
            <a:lvl2pPr marL="914400" indent="-317500">
              <a:spcBef>
                <a:spcPts val="1600"/>
              </a:spcBef>
              <a:spcAft>
                <a:spcPts val="0"/>
              </a:spcAft>
              <a:buSzPts val="1400"/>
              <a:buChar char="○"/>
              <a:defRPr/>
            </a:lvl2pPr>
            <a:lvl3pPr marL="1371600" indent="-317500">
              <a:spcBef>
                <a:spcPts val="1600"/>
              </a:spcBef>
              <a:spcAft>
                <a:spcPts val="0"/>
              </a:spcAft>
              <a:buSzPts val="1400"/>
              <a:buChar char="■"/>
              <a:defRPr/>
            </a:lvl3pPr>
            <a:lvl4pPr marL="1828800" indent="-317500">
              <a:spcBef>
                <a:spcPts val="1600"/>
              </a:spcBef>
              <a:spcAft>
                <a:spcPts val="0"/>
              </a:spcAft>
              <a:buSzPts val="1400"/>
              <a:buChar char="●"/>
              <a:defRPr/>
            </a:lvl4pPr>
            <a:lvl5pPr marL="2286000" indent="-317500">
              <a:spcBef>
                <a:spcPts val="1600"/>
              </a:spcBef>
              <a:spcAft>
                <a:spcPts val="0"/>
              </a:spcAft>
              <a:buSzPts val="1400"/>
              <a:buChar char="○"/>
              <a:defRPr/>
            </a:lvl5pPr>
            <a:lvl6pPr marL="2743200" indent="-317500">
              <a:spcBef>
                <a:spcPts val="1600"/>
              </a:spcBef>
              <a:spcAft>
                <a:spcPts val="0"/>
              </a:spcAft>
              <a:buSzPts val="1400"/>
              <a:buChar char="■"/>
              <a:defRPr/>
            </a:lvl6pPr>
            <a:lvl7pPr marL="3200400" indent="-317500">
              <a:spcBef>
                <a:spcPts val="1600"/>
              </a:spcBef>
              <a:spcAft>
                <a:spcPts val="0"/>
              </a:spcAft>
              <a:buSzPts val="1400"/>
              <a:buChar char="●"/>
              <a:defRPr/>
            </a:lvl7pPr>
            <a:lvl8pPr marL="3657600" indent="-317500">
              <a:spcBef>
                <a:spcPts val="1600"/>
              </a:spcBef>
              <a:spcAft>
                <a:spcPts val="0"/>
              </a:spcAft>
              <a:buSzPts val="1400"/>
              <a:buChar char="○"/>
              <a:defRPr/>
            </a:lvl8pPr>
            <a:lvl9pPr marL="4114800" indent="-317500">
              <a:spcBef>
                <a:spcPts val="1600"/>
              </a:spcBef>
              <a:spcAft>
                <a:spcPts val="1600"/>
              </a:spcAft>
              <a:buSzPts val="1400"/>
              <a:buChar char="■"/>
              <a:defRPr/>
            </a:lvl9pPr>
          </a:lstStyle>
          <a:p xmlns:a="http://schemas.openxmlformats.org/drawingml/2006/main"/>
        </p:txBody>
      </p:sp>
      <p:sp>
        <p:nvSpPr>
          <p:cNvPr id="19" name="Google Shape;19;p4">
            <a:extLst xmlns:a="http://schemas.openxmlformats.org/drawingml/2006/main">
              <a:ext uri="{FF2B5EF4-FFF2-40B4-BE49-F238E27FC236}">
                <a16:creationId xmlns:a16="http://schemas.microsoft.com/office/drawing/2014/main" id="{66F32977-DA4F-47F9-A633-2EDFB44AA2B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21" name="Google Shape;21;p5">
            <a:extLst xmlns:a="http://schemas.openxmlformats.org/drawingml/2006/main">
              <a:ext uri="{FF2B5EF4-FFF2-40B4-BE49-F238E27FC236}">
                <a16:creationId xmlns:a16="http://schemas.microsoft.com/office/drawing/2014/main" id="{737972A7-FACE-4032-A91E-84B99E9BC049}"/>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2" name="Google Shape;22;p5">
            <a:extLst xmlns:a="http://schemas.openxmlformats.org/drawingml/2006/main">
              <a:ext uri="{FF2B5EF4-FFF2-40B4-BE49-F238E27FC236}">
                <a16:creationId xmlns:a16="http://schemas.microsoft.com/office/drawing/2014/main" id="{1C0C8068-C5D2-4A0B-97DF-EBDEC79DE562}"/>
              </a:ext>
            </a:extLst>
          </p:cNvPr>
          <p:cNvSpPr>
            <a:spLocks xmlns:a="http://schemas.openxmlformats.org/drawingml/2006/main" noGrp="1"/>
          </p:cNvSpPr>
          <p:nvPr>
            <p:ph type="body" idx="1"/>
          </p:nvPr>
        </p:nvSpPr>
        <p:spPr>
          <a:xfrm xmlns:a="http://schemas.openxmlformats.org/drawingml/2006/main">
            <a:off x="3117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marL="457200" indent="-317500">
              <a:spcBef>
                <a:spcPts val="0"/>
              </a:spcBef>
              <a:spcAft>
                <a:spcPts val="0"/>
              </a:spcAft>
              <a:buSzPts val="1400"/>
              <a:buChar char="●"/>
              <a:defRPr sz="1400"/>
            </a:lvl1pPr>
            <a:lvl2pPr marL="914400" indent="-304800">
              <a:spcBef>
                <a:spcPts val="1600"/>
              </a:spcBef>
              <a:spcAft>
                <a:spcPts val="0"/>
              </a:spcAft>
              <a:buSzPts val="1200"/>
              <a:buChar char="○"/>
              <a:defRPr sz="1200"/>
            </a:lvl2pPr>
            <a:lvl3pPr marL="1371600" indent="-304800">
              <a:spcBef>
                <a:spcPts val="1600"/>
              </a:spcBef>
              <a:spcAft>
                <a:spcPts val="0"/>
              </a:spcAft>
              <a:buSzPts val="1200"/>
              <a:buChar char="■"/>
              <a:defRPr sz="1200"/>
            </a:lvl3pPr>
            <a:lvl4pPr marL="1828800" indent="-304800">
              <a:spcBef>
                <a:spcPts val="1600"/>
              </a:spcBef>
              <a:spcAft>
                <a:spcPts val="0"/>
              </a:spcAft>
              <a:buSzPts val="1200"/>
              <a:buChar char="●"/>
              <a:defRPr sz="1200"/>
            </a:lvl4pPr>
            <a:lvl5pPr marL="2286000" indent="-304800">
              <a:spcBef>
                <a:spcPts val="1600"/>
              </a:spcBef>
              <a:spcAft>
                <a:spcPts val="0"/>
              </a:spcAft>
              <a:buSzPts val="1200"/>
              <a:buChar char="○"/>
              <a:defRPr sz="1200"/>
            </a:lvl5pPr>
            <a:lvl6pPr marL="2743200" indent="-304800">
              <a:spcBef>
                <a:spcPts val="1600"/>
              </a:spcBef>
              <a:spcAft>
                <a:spcPts val="0"/>
              </a:spcAft>
              <a:buSzPts val="1200"/>
              <a:buChar char="■"/>
              <a:defRPr sz="1200"/>
            </a:lvl6pPr>
            <a:lvl7pPr marL="3200400" indent="-304800">
              <a:spcBef>
                <a:spcPts val="1600"/>
              </a:spcBef>
              <a:spcAft>
                <a:spcPts val="0"/>
              </a:spcAft>
              <a:buSzPts val="1200"/>
              <a:buChar char="●"/>
              <a:defRPr sz="1200"/>
            </a:lvl7pPr>
            <a:lvl8pPr marL="3657600" indent="-304800">
              <a:spcBef>
                <a:spcPts val="1600"/>
              </a:spcBef>
              <a:spcAft>
                <a:spcPts val="0"/>
              </a:spcAft>
              <a:buSzPts val="1200"/>
              <a:buChar char="○"/>
              <a:defRPr sz="1200"/>
            </a:lvl8pPr>
            <a:lvl9pPr marL="4114800" indent="-304800">
              <a:spcBef>
                <a:spcPts val="1600"/>
              </a:spcBef>
              <a:spcAft>
                <a:spcPts val="1600"/>
              </a:spcAft>
              <a:buSzPts val="1200"/>
              <a:buChar char="■"/>
              <a:defRPr sz="1200"/>
            </a:lvl9pPr>
          </a:lstStyle>
          <a:p xmlns:a="http://schemas.openxmlformats.org/drawingml/2006/main"/>
        </p:txBody>
      </p:sp>
      <p:sp>
        <p:nvSpPr>
          <p:cNvPr id="23" name="Google Shape;23;p5">
            <a:extLst xmlns:a="http://schemas.openxmlformats.org/drawingml/2006/main">
              <a:ext uri="{FF2B5EF4-FFF2-40B4-BE49-F238E27FC236}">
                <a16:creationId xmlns:a16="http://schemas.microsoft.com/office/drawing/2014/main" id="{6B51B9CB-34DA-4419-9497-4F81DED9AE37}"/>
              </a:ext>
            </a:extLst>
          </p:cNvPr>
          <p:cNvSpPr>
            <a:spLocks xmlns:a="http://schemas.openxmlformats.org/drawingml/2006/main" noGrp="1"/>
          </p:cNvSpPr>
          <p:nvPr>
            <p:ph type="body" idx="2"/>
          </p:nvPr>
        </p:nvSpPr>
        <p:spPr>
          <a:xfrm xmlns:a="http://schemas.openxmlformats.org/drawingml/2006/main">
            <a:off x="48324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marL="457200" indent="-317500">
              <a:spcBef>
                <a:spcPts val="0"/>
              </a:spcBef>
              <a:spcAft>
                <a:spcPts val="0"/>
              </a:spcAft>
              <a:buSzPts val="1400"/>
              <a:buChar char="●"/>
              <a:defRPr sz="1400"/>
            </a:lvl1pPr>
            <a:lvl2pPr marL="914400" indent="-304800">
              <a:spcBef>
                <a:spcPts val="1600"/>
              </a:spcBef>
              <a:spcAft>
                <a:spcPts val="0"/>
              </a:spcAft>
              <a:buSzPts val="1200"/>
              <a:buChar char="○"/>
              <a:defRPr sz="1200"/>
            </a:lvl2pPr>
            <a:lvl3pPr marL="1371600" indent="-304800">
              <a:spcBef>
                <a:spcPts val="1600"/>
              </a:spcBef>
              <a:spcAft>
                <a:spcPts val="0"/>
              </a:spcAft>
              <a:buSzPts val="1200"/>
              <a:buChar char="■"/>
              <a:defRPr sz="1200"/>
            </a:lvl3pPr>
            <a:lvl4pPr marL="1828800" indent="-304800">
              <a:spcBef>
                <a:spcPts val="1600"/>
              </a:spcBef>
              <a:spcAft>
                <a:spcPts val="0"/>
              </a:spcAft>
              <a:buSzPts val="1200"/>
              <a:buChar char="●"/>
              <a:defRPr sz="1200"/>
            </a:lvl4pPr>
            <a:lvl5pPr marL="2286000" indent="-304800">
              <a:spcBef>
                <a:spcPts val="1600"/>
              </a:spcBef>
              <a:spcAft>
                <a:spcPts val="0"/>
              </a:spcAft>
              <a:buSzPts val="1200"/>
              <a:buChar char="○"/>
              <a:defRPr sz="1200"/>
            </a:lvl5pPr>
            <a:lvl6pPr marL="2743200" indent="-304800">
              <a:spcBef>
                <a:spcPts val="1600"/>
              </a:spcBef>
              <a:spcAft>
                <a:spcPts val="0"/>
              </a:spcAft>
              <a:buSzPts val="1200"/>
              <a:buChar char="■"/>
              <a:defRPr sz="1200"/>
            </a:lvl6pPr>
            <a:lvl7pPr marL="3200400" indent="-304800">
              <a:spcBef>
                <a:spcPts val="1600"/>
              </a:spcBef>
              <a:spcAft>
                <a:spcPts val="0"/>
              </a:spcAft>
              <a:buSzPts val="1200"/>
              <a:buChar char="●"/>
              <a:defRPr sz="1200"/>
            </a:lvl7pPr>
            <a:lvl8pPr marL="3657600" indent="-304800">
              <a:spcBef>
                <a:spcPts val="1600"/>
              </a:spcBef>
              <a:spcAft>
                <a:spcPts val="0"/>
              </a:spcAft>
              <a:buSzPts val="1200"/>
              <a:buChar char="○"/>
              <a:defRPr sz="1200"/>
            </a:lvl8pPr>
            <a:lvl9pPr marL="4114800" indent="-304800">
              <a:spcBef>
                <a:spcPts val="1600"/>
              </a:spcBef>
              <a:spcAft>
                <a:spcPts val="1600"/>
              </a:spcAft>
              <a:buSzPts val="1200"/>
              <a:buChar char="■"/>
              <a:defRPr sz="1200"/>
            </a:lvl9pPr>
          </a:lstStyle>
          <a:p xmlns:a="http://schemas.openxmlformats.org/drawingml/2006/main"/>
        </p:txBody>
      </p:sp>
      <p:sp>
        <p:nvSpPr>
          <p:cNvPr id="24" name="Google Shape;24;p5">
            <a:extLst xmlns:a="http://schemas.openxmlformats.org/drawingml/2006/main">
              <a:ext uri="{FF2B5EF4-FFF2-40B4-BE49-F238E27FC236}">
                <a16:creationId xmlns:a16="http://schemas.microsoft.com/office/drawing/2014/main" id="{ADE7109B-44FD-49BD-978C-47330E138BD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6" name="Google Shape;26;p6">
            <a:extLst xmlns:a="http://schemas.openxmlformats.org/drawingml/2006/main">
              <a:ext uri="{FF2B5EF4-FFF2-40B4-BE49-F238E27FC236}">
                <a16:creationId xmlns:a16="http://schemas.microsoft.com/office/drawing/2014/main" id="{43515520-440E-48D3-8C0A-8C8D144C650C}"/>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7" name="Google Shape;27;p6">
            <a:extLst xmlns:a="http://schemas.openxmlformats.org/drawingml/2006/main">
              <a:ext uri="{FF2B5EF4-FFF2-40B4-BE49-F238E27FC236}">
                <a16:creationId xmlns:a16="http://schemas.microsoft.com/office/drawing/2014/main" id="{3DB78436-2902-4CC7-B6F6-505F329AF935}"/>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sp>
        <p:nvSpPr>
          <p:cNvPr id="29" name="Google Shape;29;p7">
            <a:extLst xmlns:a="http://schemas.openxmlformats.org/drawingml/2006/main">
              <a:ext uri="{FF2B5EF4-FFF2-40B4-BE49-F238E27FC236}">
                <a16:creationId xmlns:a16="http://schemas.microsoft.com/office/drawing/2014/main" id="{49D1D212-C29F-4A00-AE50-FE89C51D03FA}"/>
              </a:ext>
            </a:extLst>
          </p:cNvPr>
          <p:cNvSpPr>
            <a:spLocks xmlns:a="http://schemas.openxmlformats.org/drawingml/2006/main" noGrp="1"/>
          </p:cNvSpPr>
          <p:nvPr>
            <p:ph type="title" idx="0"/>
          </p:nvPr>
        </p:nvSpPr>
        <p:spPr>
          <a:xfrm xmlns:a="http://schemas.openxmlformats.org/drawingml/2006/main">
            <a:off x="311700" y="555600"/>
            <a:ext cx="2808000" cy="7557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xmlns:a="http://schemas.openxmlformats.org/drawingml/2006/main"/>
        </p:txBody>
      </p:sp>
      <p:sp>
        <p:nvSpPr>
          <p:cNvPr id="30" name="Google Shape;30;p7">
            <a:extLst xmlns:a="http://schemas.openxmlformats.org/drawingml/2006/main">
              <a:ext uri="{FF2B5EF4-FFF2-40B4-BE49-F238E27FC236}">
                <a16:creationId xmlns:a16="http://schemas.microsoft.com/office/drawing/2014/main" id="{F4DC6DB4-2B31-42CA-8814-EDF6A65F4C7C}"/>
              </a:ext>
            </a:extLst>
          </p:cNvPr>
          <p:cNvSpPr>
            <a:spLocks xmlns:a="http://schemas.openxmlformats.org/drawingml/2006/main" noGrp="1"/>
          </p:cNvSpPr>
          <p:nvPr>
            <p:ph type="body" idx="1"/>
          </p:nvPr>
        </p:nvSpPr>
        <p:spPr>
          <a:xfrm xmlns:a="http://schemas.openxmlformats.org/drawingml/2006/main">
            <a:off x="311700" y="1389600"/>
            <a:ext cx="2808000" cy="31794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marL="457200" indent="-304800">
              <a:spcBef>
                <a:spcPts val="0"/>
              </a:spcBef>
              <a:spcAft>
                <a:spcPts val="0"/>
              </a:spcAft>
              <a:buSzPts val="1200"/>
              <a:buChar char="●"/>
              <a:defRPr sz="1200"/>
            </a:lvl1pPr>
            <a:lvl2pPr marL="914400" indent="-304800">
              <a:spcBef>
                <a:spcPts val="1600"/>
              </a:spcBef>
              <a:spcAft>
                <a:spcPts val="0"/>
              </a:spcAft>
              <a:buSzPts val="1200"/>
              <a:buChar char="○"/>
              <a:defRPr sz="1200"/>
            </a:lvl2pPr>
            <a:lvl3pPr marL="1371600" indent="-304800">
              <a:spcBef>
                <a:spcPts val="1600"/>
              </a:spcBef>
              <a:spcAft>
                <a:spcPts val="0"/>
              </a:spcAft>
              <a:buSzPts val="1200"/>
              <a:buChar char="■"/>
              <a:defRPr sz="1200"/>
            </a:lvl3pPr>
            <a:lvl4pPr marL="1828800" indent="-304800">
              <a:spcBef>
                <a:spcPts val="1600"/>
              </a:spcBef>
              <a:spcAft>
                <a:spcPts val="0"/>
              </a:spcAft>
              <a:buSzPts val="1200"/>
              <a:buChar char="●"/>
              <a:defRPr sz="1200"/>
            </a:lvl4pPr>
            <a:lvl5pPr marL="2286000" indent="-304800">
              <a:spcBef>
                <a:spcPts val="1600"/>
              </a:spcBef>
              <a:spcAft>
                <a:spcPts val="0"/>
              </a:spcAft>
              <a:buSzPts val="1200"/>
              <a:buChar char="○"/>
              <a:defRPr sz="1200"/>
            </a:lvl5pPr>
            <a:lvl6pPr marL="2743200" indent="-304800">
              <a:spcBef>
                <a:spcPts val="1600"/>
              </a:spcBef>
              <a:spcAft>
                <a:spcPts val="0"/>
              </a:spcAft>
              <a:buSzPts val="1200"/>
              <a:buChar char="■"/>
              <a:defRPr sz="1200"/>
            </a:lvl6pPr>
            <a:lvl7pPr marL="3200400" indent="-304800">
              <a:spcBef>
                <a:spcPts val="1600"/>
              </a:spcBef>
              <a:spcAft>
                <a:spcPts val="0"/>
              </a:spcAft>
              <a:buSzPts val="1200"/>
              <a:buChar char="●"/>
              <a:defRPr sz="1200"/>
            </a:lvl7pPr>
            <a:lvl8pPr marL="3657600" indent="-304800">
              <a:spcBef>
                <a:spcPts val="1600"/>
              </a:spcBef>
              <a:spcAft>
                <a:spcPts val="0"/>
              </a:spcAft>
              <a:buSzPts val="1200"/>
              <a:buChar char="○"/>
              <a:defRPr sz="1200"/>
            </a:lvl8pPr>
            <a:lvl9pPr marL="4114800" indent="-304800">
              <a:spcBef>
                <a:spcPts val="1600"/>
              </a:spcBef>
              <a:spcAft>
                <a:spcPts val="1600"/>
              </a:spcAft>
              <a:buSzPts val="1200"/>
              <a:buChar char="■"/>
              <a:defRPr sz="1200"/>
            </a:lvl9pPr>
          </a:lstStyle>
          <a:p xmlns:a="http://schemas.openxmlformats.org/drawingml/2006/main"/>
        </p:txBody>
      </p:sp>
      <p:sp>
        <p:nvSpPr>
          <p:cNvPr id="31" name="Google Shape;31;p7">
            <a:extLst xmlns:a="http://schemas.openxmlformats.org/drawingml/2006/main">
              <a:ext uri="{FF2B5EF4-FFF2-40B4-BE49-F238E27FC236}">
                <a16:creationId xmlns:a16="http://schemas.microsoft.com/office/drawing/2014/main" id="{123518E9-A45F-40C2-A983-49F7F59B2EC3}"/>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Main point">
  <p:cSld name="MAIN_POINT">
    <p:spTree>
      <p:nvGrpSpPr>
        <p:cNvPr id="1" name=""/>
        <p:cNvGrpSpPr/>
        <p:nvPr/>
      </p:nvGrpSpPr>
      <p:grpSpPr>
        <a:xfrm xmlns:a="http://schemas.openxmlformats.org/drawingml/2006/main"/>
      </p:grpSpPr>
      <p:sp>
        <p:nvSpPr>
          <p:cNvPr id="33" name="Google Shape;33;p8">
            <a:extLst xmlns:a="http://schemas.openxmlformats.org/drawingml/2006/main">
              <a:ext uri="{FF2B5EF4-FFF2-40B4-BE49-F238E27FC236}">
                <a16:creationId xmlns:a16="http://schemas.microsoft.com/office/drawing/2014/main" id="{266D6200-28F5-4239-90EF-599F54D643DF}"/>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p:spPr>
        <p:txBody>
          <a:bodyPr xmlns:a="http://schemas.openxmlformats.org/drawingml/2006/main" spcFirstLastPara="1" wrap="square" lIns="91425" tIns="91425" rIns="91425" bIns="91425" anchor="ctr">
            <a:noAutofit/>
          </a:bodyPr>
          <a:lstStyle xmlns:a="http://schemas.openxmlformats.org/drawingml/2006/main">
            <a:lvl1pPr>
              <a:spcBef>
                <a:spcPts val="0"/>
              </a:spcBef>
              <a:spcAft>
                <a:spcPts val="0"/>
              </a:spcAft>
              <a:buSzPts val="4800"/>
              <a:buNone/>
              <a:defRPr sz="48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xmlns:a="http://schemas.openxmlformats.org/drawingml/2006/main"/>
        </p:txBody>
      </p:sp>
      <p:sp>
        <p:nvSpPr>
          <p:cNvPr id="34" name="Google Shape;34;p8">
            <a:extLst xmlns:a="http://schemas.openxmlformats.org/drawingml/2006/main">
              <a:ext uri="{FF2B5EF4-FFF2-40B4-BE49-F238E27FC236}">
                <a16:creationId xmlns:a16="http://schemas.microsoft.com/office/drawing/2014/main" id="{271D8AA9-6E72-4256-8A64-E8123E4DC6D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sp>
        <p:nvSpPr>
          <p:cNvPr id="36" name="Google Shape;36;p9">
            <a:extLst xmlns:a="http://schemas.openxmlformats.org/drawingml/2006/main">
              <a:ext uri="{FF2B5EF4-FFF2-40B4-BE49-F238E27FC236}">
                <a16:creationId xmlns:a16="http://schemas.microsoft.com/office/drawing/2014/main" id="{31A4AE44-644B-4C1C-9211-D07194B48764}"/>
              </a:ext>
            </a:extLst>
          </p:cNvPr>
          <p:cNvSpPr>
            <a:spLocks xmlns:a="http://schemas.openxmlformats.org/drawingml/2006/main" noGrp="1"/>
          </p:cNvSpPr>
          <p:nvPr/>
        </p:nvSpPr>
        <p:spPr>
          <a:xfrm xmlns:a="http://schemas.openxmlformats.org/drawingml/2006/main">
            <a:off x="4572000" y="-125"/>
            <a:ext cx="4572000" cy="51435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7" name="Google Shape;37;p9">
            <a:extLst xmlns:a="http://schemas.openxmlformats.org/drawingml/2006/main">
              <a:ext uri="{FF2B5EF4-FFF2-40B4-BE49-F238E27FC236}">
                <a16:creationId xmlns:a16="http://schemas.microsoft.com/office/drawing/2014/main" id="{61D773BB-7678-4BF5-9C15-8400238EDC51}"/>
              </a:ext>
            </a:extLst>
          </p:cNvPr>
          <p:cNvSpPr>
            <a:spLocks xmlns:a="http://schemas.openxmlformats.org/drawingml/2006/main" noGrp="1"/>
          </p:cNvSpPr>
          <p:nvPr>
            <p:ph type="title" idx="0"/>
          </p:nvPr>
        </p:nvSpPr>
        <p:spPr>
          <a:xfrm xmlns:a="http://schemas.openxmlformats.org/drawingml/2006/main">
            <a:off x="265500" y="1233175"/>
            <a:ext cx="4045200" cy="14823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gn="ctr">
              <a:spcBef>
                <a:spcPts val="0"/>
              </a:spcBef>
              <a:spcAft>
                <a:spcPts val="0"/>
              </a:spcAft>
              <a:buSzPts val="4200"/>
              <a:buNone/>
              <a:defRPr sz="4200"/>
            </a:lvl1pPr>
            <a:lvl2pPr algn="ctr">
              <a:spcBef>
                <a:spcPts val="0"/>
              </a:spcBef>
              <a:spcAft>
                <a:spcPts val="0"/>
              </a:spcAft>
              <a:buSzPts val="4200"/>
              <a:buNone/>
              <a:defRPr sz="4200"/>
            </a:lvl2pPr>
            <a:lvl3pPr algn="ctr">
              <a:spcBef>
                <a:spcPts val="0"/>
              </a:spcBef>
              <a:spcAft>
                <a:spcPts val="0"/>
              </a:spcAft>
              <a:buSzPts val="4200"/>
              <a:buNone/>
              <a:defRPr sz="4200"/>
            </a:lvl3pPr>
            <a:lvl4pPr algn="ctr">
              <a:spcBef>
                <a:spcPts val="0"/>
              </a:spcBef>
              <a:spcAft>
                <a:spcPts val="0"/>
              </a:spcAft>
              <a:buSzPts val="4200"/>
              <a:buNone/>
              <a:defRPr sz="4200"/>
            </a:lvl4pPr>
            <a:lvl5pPr algn="ctr">
              <a:spcBef>
                <a:spcPts val="0"/>
              </a:spcBef>
              <a:spcAft>
                <a:spcPts val="0"/>
              </a:spcAft>
              <a:buSzPts val="4200"/>
              <a:buNone/>
              <a:defRPr sz="4200"/>
            </a:lvl5pPr>
            <a:lvl6pPr algn="ctr">
              <a:spcBef>
                <a:spcPts val="0"/>
              </a:spcBef>
              <a:spcAft>
                <a:spcPts val="0"/>
              </a:spcAft>
              <a:buSzPts val="4200"/>
              <a:buNone/>
              <a:defRPr sz="4200"/>
            </a:lvl6pPr>
            <a:lvl7pPr algn="ctr">
              <a:spcBef>
                <a:spcPts val="0"/>
              </a:spcBef>
              <a:spcAft>
                <a:spcPts val="0"/>
              </a:spcAft>
              <a:buSzPts val="4200"/>
              <a:buNone/>
              <a:defRPr sz="4200"/>
            </a:lvl7pPr>
            <a:lvl8pPr algn="ctr">
              <a:spcBef>
                <a:spcPts val="0"/>
              </a:spcBef>
              <a:spcAft>
                <a:spcPts val="0"/>
              </a:spcAft>
              <a:buSzPts val="4200"/>
              <a:buNone/>
              <a:defRPr sz="4200"/>
            </a:lvl8pPr>
            <a:lvl9pPr algn="ctr">
              <a:spcBef>
                <a:spcPts val="0"/>
              </a:spcBef>
              <a:spcAft>
                <a:spcPts val="0"/>
              </a:spcAft>
              <a:buSzPts val="4200"/>
              <a:buNone/>
              <a:defRPr sz="4200"/>
            </a:lvl9pPr>
          </a:lstStyle>
          <a:p xmlns:a="http://schemas.openxmlformats.org/drawingml/2006/main"/>
        </p:txBody>
      </p:sp>
      <p:sp>
        <p:nvSpPr>
          <p:cNvPr id="38" name="Google Shape;38;p9">
            <a:extLst xmlns:a="http://schemas.openxmlformats.org/drawingml/2006/main">
              <a:ext uri="{FF2B5EF4-FFF2-40B4-BE49-F238E27FC236}">
                <a16:creationId xmlns:a16="http://schemas.microsoft.com/office/drawing/2014/main" id="{27B984FA-3EFD-4FF5-8768-CB7829FF270E}"/>
              </a:ext>
            </a:extLst>
          </p:cNvPr>
          <p:cNvSpPr>
            <a:spLocks xmlns:a="http://schemas.openxmlformats.org/drawingml/2006/main" noGrp="1"/>
          </p:cNvSpPr>
          <p:nvPr>
            <p:ph type="subTitle" idx="1"/>
          </p:nvPr>
        </p:nvSpPr>
        <p:spPr>
          <a:xfrm xmlns:a="http://schemas.openxmlformats.org/drawingml/2006/main">
            <a:off x="265500" y="2803075"/>
            <a:ext cx="4045200" cy="12351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p:txBody>
      </p:sp>
      <p:sp>
        <p:nvSpPr>
          <p:cNvPr id="39" name="Google Shape;39;p9">
            <a:extLst xmlns:a="http://schemas.openxmlformats.org/drawingml/2006/main">
              <a:ext uri="{FF2B5EF4-FFF2-40B4-BE49-F238E27FC236}">
                <a16:creationId xmlns:a16="http://schemas.microsoft.com/office/drawing/2014/main" id="{ACB00C2D-D572-4ADC-B920-5BC89F513881}"/>
              </a:ext>
            </a:extLst>
          </p:cNvPr>
          <p:cNvSpPr>
            <a:spLocks xmlns:a="http://schemas.openxmlformats.org/drawingml/2006/main" noGrp="1"/>
          </p:cNvSpPr>
          <p:nvPr>
            <p:ph type="body" idx="2"/>
          </p:nvPr>
        </p:nvSpPr>
        <p:spPr>
          <a:xfrm xmlns:a="http://schemas.openxmlformats.org/drawingml/2006/main">
            <a:off x="4939500" y="724075"/>
            <a:ext cx="3837000" cy="3695100"/>
          </a:xfrm>
          <a:prstGeom xmlns:a="http://schemas.openxmlformats.org/drawingml/2006/main" prst="rect">
            <a:avLst/>
          </a:prstGeom>
        </p:spPr>
        <p:txBody>
          <a:bodyPr xmlns:a="http://schemas.openxmlformats.org/drawingml/2006/main" spcFirstLastPara="1" wrap="square" lIns="91425" tIns="91425" rIns="91425" bIns="91425" anchor="ctr">
            <a:noAutofit/>
          </a:bodyPr>
          <a:lstStyle xmlns:a="http://schemas.openxmlformats.org/drawingml/2006/main">
            <a:lvl1pPr marL="457200" indent="-342900">
              <a:spcBef>
                <a:spcPts val="0"/>
              </a:spcBef>
              <a:spcAft>
                <a:spcPts val="0"/>
              </a:spcAft>
              <a:buSzPts val="1800"/>
              <a:buChar char="●"/>
              <a:defRPr/>
            </a:lvl1pPr>
            <a:lvl2pPr marL="914400" indent="-317500">
              <a:spcBef>
                <a:spcPts val="1600"/>
              </a:spcBef>
              <a:spcAft>
                <a:spcPts val="0"/>
              </a:spcAft>
              <a:buSzPts val="1400"/>
              <a:buChar char="○"/>
              <a:defRPr/>
            </a:lvl2pPr>
            <a:lvl3pPr marL="1371600" indent="-317500">
              <a:spcBef>
                <a:spcPts val="1600"/>
              </a:spcBef>
              <a:spcAft>
                <a:spcPts val="0"/>
              </a:spcAft>
              <a:buSzPts val="1400"/>
              <a:buChar char="■"/>
              <a:defRPr/>
            </a:lvl3pPr>
            <a:lvl4pPr marL="1828800" indent="-317500">
              <a:spcBef>
                <a:spcPts val="1600"/>
              </a:spcBef>
              <a:spcAft>
                <a:spcPts val="0"/>
              </a:spcAft>
              <a:buSzPts val="1400"/>
              <a:buChar char="●"/>
              <a:defRPr/>
            </a:lvl4pPr>
            <a:lvl5pPr marL="2286000" indent="-317500">
              <a:spcBef>
                <a:spcPts val="1600"/>
              </a:spcBef>
              <a:spcAft>
                <a:spcPts val="0"/>
              </a:spcAft>
              <a:buSzPts val="1400"/>
              <a:buChar char="○"/>
              <a:defRPr/>
            </a:lvl5pPr>
            <a:lvl6pPr marL="2743200" indent="-317500">
              <a:spcBef>
                <a:spcPts val="1600"/>
              </a:spcBef>
              <a:spcAft>
                <a:spcPts val="0"/>
              </a:spcAft>
              <a:buSzPts val="1400"/>
              <a:buChar char="■"/>
              <a:defRPr/>
            </a:lvl6pPr>
            <a:lvl7pPr marL="3200400" indent="-317500">
              <a:spcBef>
                <a:spcPts val="1600"/>
              </a:spcBef>
              <a:spcAft>
                <a:spcPts val="0"/>
              </a:spcAft>
              <a:buSzPts val="1400"/>
              <a:buChar char="●"/>
              <a:defRPr/>
            </a:lvl7pPr>
            <a:lvl8pPr marL="3657600" indent="-317500">
              <a:spcBef>
                <a:spcPts val="1600"/>
              </a:spcBef>
              <a:spcAft>
                <a:spcPts val="0"/>
              </a:spcAft>
              <a:buSzPts val="1400"/>
              <a:buChar char="○"/>
              <a:defRPr/>
            </a:lvl8pPr>
            <a:lvl9pPr marL="4114800" indent="-317500">
              <a:spcBef>
                <a:spcPts val="1600"/>
              </a:spcBef>
              <a:spcAft>
                <a:spcPts val="1600"/>
              </a:spcAft>
              <a:buSzPts val="1400"/>
              <a:buChar char="■"/>
              <a:defRPr/>
            </a:lvl9pPr>
          </a:lstStyle>
          <a:p xmlns:a="http://schemas.openxmlformats.org/drawingml/2006/main"/>
        </p:txBody>
      </p:sp>
      <p:sp>
        <p:nvSpPr>
          <p:cNvPr id="40" name="Google Shape;40;p9">
            <a:extLst xmlns:a="http://schemas.openxmlformats.org/drawingml/2006/main">
              <a:ext uri="{FF2B5EF4-FFF2-40B4-BE49-F238E27FC236}">
                <a16:creationId xmlns:a16="http://schemas.microsoft.com/office/drawing/2014/main" id="{40CD9F58-5B27-4D55-AD28-CDEF31EDA593}"/>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42" name="Google Shape;42;p10">
            <a:extLst xmlns:a="http://schemas.openxmlformats.org/drawingml/2006/main">
              <a:ext uri="{FF2B5EF4-FFF2-40B4-BE49-F238E27FC236}">
                <a16:creationId xmlns:a16="http://schemas.microsoft.com/office/drawing/2014/main" id="{36C54894-F81D-4CC1-9D35-253E46B1EFF2}"/>
              </a:ext>
            </a:extLst>
          </p:cNvPr>
          <p:cNvSpPr>
            <a:spLocks xmlns:a="http://schemas.openxmlformats.org/drawingml/2006/main" noGrp="1"/>
          </p:cNvSpPr>
          <p:nvPr>
            <p:ph type="body" idx="1"/>
          </p:nvPr>
        </p:nvSpPr>
        <p:spPr>
          <a:xfrm xmlns:a="http://schemas.openxmlformats.org/drawingml/2006/main">
            <a:off x="311700" y="4230575"/>
            <a:ext cx="5998800" cy="605100"/>
          </a:xfrm>
          <a:prstGeom xmlns:a="http://schemas.openxmlformats.org/drawingml/2006/main" prst="rect">
            <a:avLst/>
          </a:prstGeom>
        </p:spPr>
        <p:txBody>
          <a:bodyPr xmlns:a="http://schemas.openxmlformats.org/drawingml/2006/main" spcFirstLastPara="1" wrap="square" lIns="91425" tIns="91425" rIns="91425" bIns="91425" anchor="ctr">
            <a:noAutofit/>
          </a:bodyPr>
          <a:lstStyle xmlns:a="http://schemas.openxmlformats.org/drawingml/2006/main">
            <a:lvl1pPr marL="457200" indent="-228600">
              <a:lnSpc>
                <a:spcPct val="100000"/>
              </a:lnSpc>
              <a:spcBef>
                <a:spcPts val="0"/>
              </a:spcBef>
              <a:spcAft>
                <a:spcPts val="0"/>
              </a:spcAft>
              <a:buSzPts val="1800"/>
              <a:buNone/>
              <a:defRPr/>
            </a:lvl1pPr>
          </a:lstStyle>
          <a:p xmlns:a="http://schemas.openxmlformats.org/drawingml/2006/main"/>
        </p:txBody>
      </p:sp>
      <p:sp>
        <p:nvSpPr>
          <p:cNvPr id="43" name="Google Shape;43;p10">
            <a:extLst xmlns:a="http://schemas.openxmlformats.org/drawingml/2006/main">
              <a:ext uri="{FF2B5EF4-FFF2-40B4-BE49-F238E27FC236}">
                <a16:creationId xmlns:a16="http://schemas.microsoft.com/office/drawing/2014/main" id="{4D538F89-0E35-4906-B005-69DA244936B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sp>
        <p:nvSpPr>
          <p:cNvPr id="45" name="Google Shape;45;p11">
            <a:extLst xmlns:a="http://schemas.openxmlformats.org/drawingml/2006/main">
              <a:ext uri="{FF2B5EF4-FFF2-40B4-BE49-F238E27FC236}">
                <a16:creationId xmlns:a16="http://schemas.microsoft.com/office/drawing/2014/main" id="{F1EEC029-D207-4274-87FF-F168FE7571E0}"/>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gn="ctr">
              <a:spcBef>
                <a:spcPts val="0"/>
              </a:spcBef>
              <a:spcAft>
                <a:spcPts val="0"/>
              </a:spcAft>
              <a:buSzPts val="12000"/>
              <a:buNone/>
              <a:defRPr sz="12000"/>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spcBef>
                <a:spcPts val="0"/>
              </a:spcBef>
              <a:spcAft>
                <a:spcPts val="0"/>
              </a:spcAft>
              <a:buSzPts val="12000"/>
              <a:buNone/>
              <a:defRPr sz="12000"/>
            </a:lvl6pPr>
            <a:lvl7pPr algn="ctr">
              <a:spcBef>
                <a:spcPts val="0"/>
              </a:spcBef>
              <a:spcAft>
                <a:spcPts val="0"/>
              </a:spcAft>
              <a:buSzPts val="12000"/>
              <a:buNone/>
              <a:defRPr sz="12000"/>
            </a:lvl7pPr>
            <a:lvl8pPr algn="ctr">
              <a:spcBef>
                <a:spcPts val="0"/>
              </a:spcBef>
              <a:spcAft>
                <a:spcPts val="0"/>
              </a:spcAft>
              <a:buSzPts val="12000"/>
              <a:buNone/>
              <a:defRPr sz="12000"/>
            </a:lvl8pPr>
            <a:lvl9pPr algn="ctr">
              <a:spcBef>
                <a:spcPts val="0"/>
              </a:spcBef>
              <a:spcAft>
                <a:spcPts val="0"/>
              </a:spcAft>
              <a:buSzPts val="12000"/>
              <a:buNone/>
              <a:defRPr sz="12000"/>
            </a:lvl9pPr>
          </a:lstStyle>
          <a:p xmlns:a="http://schemas.openxmlformats.org/drawingml/2006/main">
            <a:r>
              <a:t>xx%</a:t>
            </a:r>
          </a:p>
        </p:txBody>
      </p:sp>
      <p:sp>
        <p:nvSpPr>
          <p:cNvPr id="46" name="Google Shape;46;p11">
            <a:extLst xmlns:a="http://schemas.openxmlformats.org/drawingml/2006/main">
              <a:ext uri="{FF2B5EF4-FFF2-40B4-BE49-F238E27FC236}">
                <a16:creationId xmlns:a16="http://schemas.microsoft.com/office/drawing/2014/main" id="{B5A1C6AD-2EED-43CC-BF64-DACBE5135A75}"/>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marL="457200" indent="-342900" algn="ctr">
              <a:spcBef>
                <a:spcPts val="0"/>
              </a:spcBef>
              <a:spcAft>
                <a:spcPts val="0"/>
              </a:spcAft>
              <a:buSzPts val="1800"/>
              <a:buChar char="●"/>
              <a:defRPr/>
            </a:lvl1pPr>
            <a:lvl2pPr marL="914400" indent="-317500" algn="ctr">
              <a:spcBef>
                <a:spcPts val="1600"/>
              </a:spcBef>
              <a:spcAft>
                <a:spcPts val="0"/>
              </a:spcAft>
              <a:buSzPts val="1400"/>
              <a:buChar char="○"/>
              <a:defRPr/>
            </a:lvl2pPr>
            <a:lvl3pPr marL="1371600" indent="-317500" algn="ctr">
              <a:spcBef>
                <a:spcPts val="1600"/>
              </a:spcBef>
              <a:spcAft>
                <a:spcPts val="0"/>
              </a:spcAft>
              <a:buSzPts val="1400"/>
              <a:buChar char="■"/>
              <a:defRPr/>
            </a:lvl3pPr>
            <a:lvl4pPr marL="1828800" indent="-317500" algn="ctr">
              <a:spcBef>
                <a:spcPts val="1600"/>
              </a:spcBef>
              <a:spcAft>
                <a:spcPts val="0"/>
              </a:spcAft>
              <a:buSzPts val="1400"/>
              <a:buChar char="●"/>
              <a:defRPr/>
            </a:lvl4pPr>
            <a:lvl5pPr marL="2286000" indent="-317500" algn="ctr">
              <a:spcBef>
                <a:spcPts val="1600"/>
              </a:spcBef>
              <a:spcAft>
                <a:spcPts val="0"/>
              </a:spcAft>
              <a:buSzPts val="1400"/>
              <a:buChar char="○"/>
              <a:defRPr/>
            </a:lvl5pPr>
            <a:lvl6pPr marL="2743200" indent="-317500" algn="ctr">
              <a:spcBef>
                <a:spcPts val="1600"/>
              </a:spcBef>
              <a:spcAft>
                <a:spcPts val="0"/>
              </a:spcAft>
              <a:buSzPts val="1400"/>
              <a:buChar char="■"/>
              <a:defRPr/>
            </a:lvl6pPr>
            <a:lvl7pPr marL="3200400" indent="-317500" algn="ctr">
              <a:spcBef>
                <a:spcPts val="1600"/>
              </a:spcBef>
              <a:spcAft>
                <a:spcPts val="0"/>
              </a:spcAft>
              <a:buSzPts val="1400"/>
              <a:buChar char="●"/>
              <a:defRPr/>
            </a:lvl7pPr>
            <a:lvl8pPr marL="3657600" indent="-317500" algn="ctr">
              <a:spcBef>
                <a:spcPts val="1600"/>
              </a:spcBef>
              <a:spcAft>
                <a:spcPts val="0"/>
              </a:spcAft>
              <a:buSzPts val="1400"/>
              <a:buChar char="○"/>
              <a:defRPr/>
            </a:lvl8pPr>
            <a:lvl9pPr marL="4114800" indent="-317500" algn="ctr">
              <a:spcBef>
                <a:spcPts val="1600"/>
              </a:spcBef>
              <a:spcAft>
                <a:spcPts val="1600"/>
              </a:spcAft>
              <a:buSzPts val="1400"/>
              <a:buChar char="■"/>
              <a:defRPr/>
            </a:lvl9pPr>
          </a:lstStyle>
          <a:p xmlns:a="http://schemas.openxmlformats.org/drawingml/2006/main"/>
        </p:txBody>
      </p:sp>
      <p:sp>
        <p:nvSpPr>
          <p:cNvPr id="47" name="Google Shape;47;p11">
            <a:extLst xmlns:a="http://schemas.openxmlformats.org/drawingml/2006/main">
              <a:ext uri="{FF2B5EF4-FFF2-40B4-BE49-F238E27FC236}">
                <a16:creationId xmlns:a16="http://schemas.microsoft.com/office/drawing/2014/main" id="{CEAA7420-6345-456A-8908-48F69BE8298E}"/>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49" name="Google Shape;49;p12">
            <a:extLst xmlns:a="http://schemas.openxmlformats.org/drawingml/2006/main">
              <a:ext uri="{FF2B5EF4-FFF2-40B4-BE49-F238E27FC236}">
                <a16:creationId xmlns:a16="http://schemas.microsoft.com/office/drawing/2014/main" id="{37361E88-71AC-4E77-B2B8-7BDB5D8AA7D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5245958735d4da0" /><Relationship Type="http://schemas.openxmlformats.org/officeDocument/2006/relationships/slideLayout" Target="/ppt/slideLayouts/slideLayout1.xml" Id="R9fc40618b6e64002" /><Relationship Type="http://schemas.openxmlformats.org/officeDocument/2006/relationships/slideLayout" Target="/ppt/slideLayouts/slideLayout2.xml" Id="R9a6b3c926e724673" /><Relationship Type="http://schemas.openxmlformats.org/officeDocument/2006/relationships/slideLayout" Target="/ppt/slideLayouts/slideLayout3.xml" Id="Rc84ddea070a84fb0" /><Relationship Type="http://schemas.openxmlformats.org/officeDocument/2006/relationships/slideLayout" Target="/ppt/slideLayouts/slideLayout4.xml" Id="R4b2955ff8a1e4368" /><Relationship Type="http://schemas.openxmlformats.org/officeDocument/2006/relationships/slideLayout" Target="/ppt/slideLayouts/slideLayout5.xml" Id="R70c3e9ff73ea41c5" /><Relationship Type="http://schemas.openxmlformats.org/officeDocument/2006/relationships/slideLayout" Target="/ppt/slideLayouts/slideLayout6.xml" Id="Re438be3f628b4260" /><Relationship Type="http://schemas.openxmlformats.org/officeDocument/2006/relationships/slideLayout" Target="/ppt/slideLayouts/slideLayout7.xml" Id="Rc3b857ce624047a2" /><Relationship Type="http://schemas.openxmlformats.org/officeDocument/2006/relationships/slideLayout" Target="/ppt/slideLayouts/slideLayout8.xml" Id="R356383f8558d482c" /><Relationship Type="http://schemas.openxmlformats.org/officeDocument/2006/relationships/slideLayout" Target="/ppt/slideLayouts/slideLayout9.xml" Id="R2fd9a86e74014262" /><Relationship Type="http://schemas.openxmlformats.org/officeDocument/2006/relationships/slideLayout" Target="/ppt/slideLayouts/slideLayout10.xml" Id="R5960765406714773" /><Relationship Type="http://schemas.openxmlformats.org/officeDocument/2006/relationships/slideLayout" Target="/ppt/slideLayouts/slideLayout11.xml" Id="R9dc786fc95574963" /></Relationships>
</file>

<file path=ppt/slideMasters/slideMaster1.xml><?xml version="1.0" encoding="utf-8"?>
<p:sldMaster xmlns:p="http://schemas.openxmlformats.org/presentationml/2006/main">
  <p:cSld name="simple-light-2">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B1F16ACA-B836-48F1-9DBF-23234B0DA455}"/>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a:spcBef>
                <a:spcPts val="0"/>
              </a:spcBef>
              <a:spcAft>
                <a:spcPts val="0"/>
              </a:spcAft>
              <a:buClr>
                <a:schemeClr val="dk1"/>
              </a:buClr>
              <a:buSzPts val="2800"/>
              <a:buNone/>
              <a:defRPr sz="2800">
                <a:solidFill>
                  <a:schemeClr val="dk1"/>
                </a:solidFill>
              </a:defRPr>
            </a:lvl1pPr>
            <a:lvl2pPr>
              <a:spcBef>
                <a:spcPts val="0"/>
              </a:spcBef>
              <a:spcAft>
                <a:spcPts val="0"/>
              </a:spcAft>
              <a:buClr>
                <a:schemeClr val="dk1"/>
              </a:buClr>
              <a:buSzPts val="2800"/>
              <a:buNone/>
              <a:defRPr sz="2800">
                <a:solidFill>
                  <a:schemeClr val="dk1"/>
                </a:solidFill>
              </a:defRPr>
            </a:lvl2pPr>
            <a:lvl3pPr>
              <a:spcBef>
                <a:spcPts val="0"/>
              </a:spcBef>
              <a:spcAft>
                <a:spcPts val="0"/>
              </a:spcAft>
              <a:buClr>
                <a:schemeClr val="dk1"/>
              </a:buClr>
              <a:buSzPts val="2800"/>
              <a:buNone/>
              <a:defRPr sz="2800">
                <a:solidFill>
                  <a:schemeClr val="dk1"/>
                </a:solidFill>
              </a:defRPr>
            </a:lvl3pPr>
            <a:lvl4pPr>
              <a:spcBef>
                <a:spcPts val="0"/>
              </a:spcBef>
              <a:spcAft>
                <a:spcPts val="0"/>
              </a:spcAft>
              <a:buClr>
                <a:schemeClr val="dk1"/>
              </a:buClr>
              <a:buSzPts val="2800"/>
              <a:buNone/>
              <a:defRPr sz="2800">
                <a:solidFill>
                  <a:schemeClr val="dk1"/>
                </a:solidFill>
              </a:defRPr>
            </a:lvl4pPr>
            <a:lvl5pPr>
              <a:spcBef>
                <a:spcPts val="0"/>
              </a:spcBef>
              <a:spcAft>
                <a:spcPts val="0"/>
              </a:spcAft>
              <a:buClr>
                <a:schemeClr val="dk1"/>
              </a:buClr>
              <a:buSzPts val="2800"/>
              <a:buNone/>
              <a:defRPr sz="2800">
                <a:solidFill>
                  <a:schemeClr val="dk1"/>
                </a:solidFill>
              </a:defRPr>
            </a:lvl5pPr>
            <a:lvl6pPr>
              <a:spcBef>
                <a:spcPts val="0"/>
              </a:spcBef>
              <a:spcAft>
                <a:spcPts val="0"/>
              </a:spcAft>
              <a:buClr>
                <a:schemeClr val="dk1"/>
              </a:buClr>
              <a:buSzPts val="2800"/>
              <a:buNone/>
              <a:defRPr sz="2800">
                <a:solidFill>
                  <a:schemeClr val="dk1"/>
                </a:solidFill>
              </a:defRPr>
            </a:lvl6pPr>
            <a:lvl7pPr>
              <a:spcBef>
                <a:spcPts val="0"/>
              </a:spcBef>
              <a:spcAft>
                <a:spcPts val="0"/>
              </a:spcAft>
              <a:buClr>
                <a:schemeClr val="dk1"/>
              </a:buClr>
              <a:buSzPts val="2800"/>
              <a:buNone/>
              <a:defRPr sz="2800">
                <a:solidFill>
                  <a:schemeClr val="dk1"/>
                </a:solidFill>
              </a:defRPr>
            </a:lvl7pPr>
            <a:lvl8pPr>
              <a:spcBef>
                <a:spcPts val="0"/>
              </a:spcBef>
              <a:spcAft>
                <a:spcPts val="0"/>
              </a:spcAft>
              <a:buClr>
                <a:schemeClr val="dk1"/>
              </a:buClr>
              <a:buSzPts val="2800"/>
              <a:buNone/>
              <a:defRPr sz="2800">
                <a:solidFill>
                  <a:schemeClr val="dk1"/>
                </a:solidFill>
              </a:defRPr>
            </a:lvl8pPr>
            <a:lvl9pPr>
              <a:spcBef>
                <a:spcPts val="0"/>
              </a:spcBef>
              <a:spcAft>
                <a:spcPts val="0"/>
              </a:spcAft>
              <a:buClr>
                <a:schemeClr val="dk1"/>
              </a:buClr>
              <a:buSzPts val="2800"/>
              <a:buNone/>
              <a:defRPr sz="2800">
                <a:solidFill>
                  <a:schemeClr val="dk1"/>
                </a:solidFill>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5B76019F-C48D-431C-A3F3-D84736E8EB60}"/>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42900">
              <a:lnSpc>
                <a:spcPct val="115000"/>
              </a:lnSpc>
              <a:spcBef>
                <a:spcPts val="0"/>
              </a:spcBef>
              <a:spcAft>
                <a:spcPts val="0"/>
              </a:spcAft>
              <a:buClr>
                <a:schemeClr val="dk2"/>
              </a:buClr>
              <a:buSzPts val="1800"/>
              <a:buChar char="●"/>
              <a:defRPr sz="1800">
                <a:solidFill>
                  <a:schemeClr val="dk2"/>
                </a:solidFill>
              </a:defRPr>
            </a:lvl1pPr>
            <a:lvl2pPr marL="914400" indent="-317500">
              <a:lnSpc>
                <a:spcPct val="115000"/>
              </a:lnSpc>
              <a:spcBef>
                <a:spcPts val="1600"/>
              </a:spcBef>
              <a:spcAft>
                <a:spcPts val="0"/>
              </a:spcAft>
              <a:buClr>
                <a:schemeClr val="dk2"/>
              </a:buClr>
              <a:buSzPts val="1400"/>
              <a:buChar char="○"/>
              <a:defRPr>
                <a:solidFill>
                  <a:schemeClr val="dk2"/>
                </a:solidFill>
              </a:defRPr>
            </a:lvl2pPr>
            <a:lvl3pPr marL="1371600" indent="-317500">
              <a:lnSpc>
                <a:spcPct val="115000"/>
              </a:lnSpc>
              <a:spcBef>
                <a:spcPts val="1600"/>
              </a:spcBef>
              <a:spcAft>
                <a:spcPts val="0"/>
              </a:spcAft>
              <a:buClr>
                <a:schemeClr val="dk2"/>
              </a:buClr>
              <a:buSzPts val="1400"/>
              <a:buChar char="■"/>
              <a:defRPr>
                <a:solidFill>
                  <a:schemeClr val="dk2"/>
                </a:solidFill>
              </a:defRPr>
            </a:lvl3pPr>
            <a:lvl4pPr marL="1828800" indent="-317500">
              <a:lnSpc>
                <a:spcPct val="115000"/>
              </a:lnSpc>
              <a:spcBef>
                <a:spcPts val="1600"/>
              </a:spcBef>
              <a:spcAft>
                <a:spcPts val="0"/>
              </a:spcAft>
              <a:buClr>
                <a:schemeClr val="dk2"/>
              </a:buClr>
              <a:buSzPts val="1400"/>
              <a:buChar char="●"/>
              <a:defRPr>
                <a:solidFill>
                  <a:schemeClr val="dk2"/>
                </a:solidFill>
              </a:defRPr>
            </a:lvl4pPr>
            <a:lvl5pPr marL="2286000" indent="-317500">
              <a:lnSpc>
                <a:spcPct val="115000"/>
              </a:lnSpc>
              <a:spcBef>
                <a:spcPts val="1600"/>
              </a:spcBef>
              <a:spcAft>
                <a:spcPts val="0"/>
              </a:spcAft>
              <a:buClr>
                <a:schemeClr val="dk2"/>
              </a:buClr>
              <a:buSzPts val="1400"/>
              <a:buChar char="○"/>
              <a:defRPr>
                <a:solidFill>
                  <a:schemeClr val="dk2"/>
                </a:solidFill>
              </a:defRPr>
            </a:lvl5pPr>
            <a:lvl6pPr marL="2743200" indent="-317500">
              <a:lnSpc>
                <a:spcPct val="115000"/>
              </a:lnSpc>
              <a:spcBef>
                <a:spcPts val="1600"/>
              </a:spcBef>
              <a:spcAft>
                <a:spcPts val="0"/>
              </a:spcAft>
              <a:buClr>
                <a:schemeClr val="dk2"/>
              </a:buClr>
              <a:buSzPts val="1400"/>
              <a:buChar char="■"/>
              <a:defRPr>
                <a:solidFill>
                  <a:schemeClr val="dk2"/>
                </a:solidFill>
              </a:defRPr>
            </a:lvl6pPr>
            <a:lvl7pPr marL="3200400" indent="-317500">
              <a:lnSpc>
                <a:spcPct val="115000"/>
              </a:lnSpc>
              <a:spcBef>
                <a:spcPts val="1600"/>
              </a:spcBef>
              <a:spcAft>
                <a:spcPts val="0"/>
              </a:spcAft>
              <a:buClr>
                <a:schemeClr val="dk2"/>
              </a:buClr>
              <a:buSzPts val="1400"/>
              <a:buChar char="●"/>
              <a:defRPr>
                <a:solidFill>
                  <a:schemeClr val="dk2"/>
                </a:solidFill>
              </a:defRPr>
            </a:lvl7pPr>
            <a:lvl8pPr marL="3657600" indent="-317500">
              <a:lnSpc>
                <a:spcPct val="115000"/>
              </a:lnSpc>
              <a:spcBef>
                <a:spcPts val="1600"/>
              </a:spcBef>
              <a:spcAft>
                <a:spcPts val="0"/>
              </a:spcAft>
              <a:buClr>
                <a:schemeClr val="dk2"/>
              </a:buClr>
              <a:buSzPts val="1400"/>
              <a:buChar char="○"/>
              <a:defRPr>
                <a:solidFill>
                  <a:schemeClr val="dk2"/>
                </a:solidFill>
              </a:defRPr>
            </a:lvl8pPr>
            <a:lvl9pPr marL="4114800" indent="-317500">
              <a:lnSpc>
                <a:spcPct val="115000"/>
              </a:lnSpc>
              <a:spcBef>
                <a:spcPts val="1600"/>
              </a:spcBef>
              <a:spcAft>
                <a:spcPts val="1600"/>
              </a:spcAft>
              <a:buClr>
                <a:schemeClr val="dk2"/>
              </a:buClr>
              <a:buSzPts val="1400"/>
              <a:buChar char="■"/>
              <a:defRPr>
                <a:solidFill>
                  <a:schemeClr val="dk2"/>
                </a:solidFill>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CA5F8BB0-7A79-4D36-9640-6AB6F8940C0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lgn="r">
              <a:buNone/>
              <a:defRPr sz="1000">
                <a:solidFill>
                  <a:schemeClr val="dk2"/>
                </a:solidFill>
              </a:defRPr>
            </a:lvl1pPr>
            <a:lvl2pPr algn="r">
              <a:buNone/>
              <a:defRPr sz="1000">
                <a:solidFill>
                  <a:schemeClr val="dk2"/>
                </a:solidFill>
              </a:defRPr>
            </a:lvl2pPr>
            <a:lvl3pPr algn="r">
              <a:buNone/>
              <a:defRPr sz="1000">
                <a:solidFill>
                  <a:schemeClr val="dk2"/>
                </a:solidFill>
              </a:defRPr>
            </a:lvl3pPr>
            <a:lvl4pPr algn="r">
              <a:buNone/>
              <a:defRPr sz="1000">
                <a:solidFill>
                  <a:schemeClr val="dk2"/>
                </a:solidFill>
              </a:defRPr>
            </a:lvl4pPr>
            <a:lvl5pPr algn="r">
              <a:buNone/>
              <a:defRPr sz="1000">
                <a:solidFill>
                  <a:schemeClr val="dk2"/>
                </a:solidFill>
              </a:defRPr>
            </a:lvl5pPr>
            <a:lvl6pPr algn="r">
              <a:buNone/>
              <a:defRPr sz="1000">
                <a:solidFill>
                  <a:schemeClr val="dk2"/>
                </a:solidFill>
              </a:defRPr>
            </a:lvl6pPr>
            <a:lvl7pPr algn="r">
              <a:buNone/>
              <a:defRPr sz="1000">
                <a:solidFill>
                  <a:schemeClr val="dk2"/>
                </a:solidFill>
              </a:defRPr>
            </a:lvl7pPr>
            <a:lvl8pPr algn="r">
              <a:buNone/>
              <a:defRPr sz="1000">
                <a:solidFill>
                  <a:schemeClr val="dk2"/>
                </a:solidFill>
              </a:defRPr>
            </a:lvl8pPr>
            <a:lvl9pPr algn="r">
              <a:buNone/>
              <a:defRPr sz="1000">
                <a:solidFill>
                  <a:schemeClr val="dk2"/>
                </a:solidFil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9fc40618b6e64002"/>
    <p:sldLayoutId xmlns:r="http://schemas.openxmlformats.org/officeDocument/2006/relationships" id="2147483650" r:id="R9a6b3c926e724673"/>
    <p:sldLayoutId xmlns:r="http://schemas.openxmlformats.org/officeDocument/2006/relationships" id="2147483651" r:id="Rc84ddea070a84fb0"/>
    <p:sldLayoutId xmlns:r="http://schemas.openxmlformats.org/officeDocument/2006/relationships" id="2147483652" r:id="R4b2955ff8a1e4368"/>
    <p:sldLayoutId xmlns:r="http://schemas.openxmlformats.org/officeDocument/2006/relationships" id="2147483653" r:id="R70c3e9ff73ea41c5"/>
    <p:sldLayoutId xmlns:r="http://schemas.openxmlformats.org/officeDocument/2006/relationships" id="2147483654" r:id="Re438be3f628b4260"/>
    <p:sldLayoutId xmlns:r="http://schemas.openxmlformats.org/officeDocument/2006/relationships" id="2147483655" r:id="Rc3b857ce624047a2"/>
    <p:sldLayoutId xmlns:r="http://schemas.openxmlformats.org/officeDocument/2006/relationships" id="2147483656" r:id="R356383f8558d482c"/>
    <p:sldLayoutId xmlns:r="http://schemas.openxmlformats.org/officeDocument/2006/relationships" id="2147483657" r:id="R2fd9a86e74014262"/>
    <p:sldLayoutId xmlns:r="http://schemas.openxmlformats.org/officeDocument/2006/relationships" id="2147483658" r:id="R5960765406714773"/>
    <p:sldLayoutId xmlns:r="http://schemas.openxmlformats.org/officeDocument/2006/relationships" id="2147483659" r:id="R9dc786fc95574963"/>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db7229f94fb4202" /><Relationship Type="http://schemas.openxmlformats.org/officeDocument/2006/relationships/hyperlink" Target="https://github.com/kavya-korem" TargetMode="External" Id="R216f9b46375640db" /><Relationship Type="http://schemas.openxmlformats.org/officeDocument/2006/relationships/image" Target="/ppt/media/image.png" Id="R9bdc4fee260b4174" /><Relationship Type="http://schemas.openxmlformats.org/officeDocument/2006/relationships/notesSlide" Target="/ppt/notesSlides/notesSlide1.xml" Id="Rbfd636634cf64a1c"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c9ed096a67094610" /><Relationship Type="http://schemas.openxmlformats.org/officeDocument/2006/relationships/image" Target="/ppt/media/image.jpeg" Id="Rc8c244999c4e4b19" /><Relationship Type="http://schemas.openxmlformats.org/officeDocument/2006/relationships/notesSlide" Target="/ppt/notesSlides/notesSlide2.xml" Id="R718c2a191adf4b48"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3c2f53efc83b4c2d" /><Relationship Type="http://schemas.openxmlformats.org/officeDocument/2006/relationships/image" Target="/ppt/media/image2.png" Id="Re14076922f524fdb" /><Relationship Type="http://schemas.openxmlformats.org/officeDocument/2006/relationships/image" Target="/ppt/media/image3.png" Id="R1589debdd0bb4aa4" /><Relationship Type="http://schemas.openxmlformats.org/officeDocument/2006/relationships/image" Target="/ppt/media/image4.png" Id="Ref84298ed4d34915" /><Relationship Type="http://schemas.openxmlformats.org/officeDocument/2006/relationships/notesSlide" Target="/ppt/notesSlides/notesSlide3.xml" Id="Rd69632dc21054ac5"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2ffd3540d8624b79" /><Relationship Type="http://schemas.openxmlformats.org/officeDocument/2006/relationships/image" Target="/ppt/media/image2.jpeg" Id="R7c6bc8e167f246c2" /><Relationship Type="http://schemas.openxmlformats.org/officeDocument/2006/relationships/notesSlide" Target="/ppt/notesSlides/notesSlide4.xml" Id="R6ae6b716c7104d1e"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6c8f9eaf8fff43cc" /><Relationship Type="http://schemas.openxmlformats.org/officeDocument/2006/relationships/image" Target="/ppt/media/image3.jpeg" Id="R548ea10478dc4738" /><Relationship Type="http://schemas.openxmlformats.org/officeDocument/2006/relationships/notesSlide" Target="/ppt/notesSlides/notesSlide5.xml" Id="R6e2582f7faf54655"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7afb55f1ecf84904" /><Relationship Type="http://schemas.openxmlformats.org/officeDocument/2006/relationships/image" Target="/ppt/media/image4.jpeg" Id="R66ae7143c43945a6" /><Relationship Type="http://schemas.openxmlformats.org/officeDocument/2006/relationships/notesSlide" Target="/ppt/notesSlides/notesSlide6.xml" Id="R5d8b322b75c2449f"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8dfbab53785c4e2f" /><Relationship Type="http://schemas.openxmlformats.org/officeDocument/2006/relationships/hyperlink" Target="https://kavya-korem.github.io/cs5610-project1/" TargetMode="External" Id="R67a2630ba74443a7" /><Relationship Type="http://schemas.openxmlformats.org/officeDocument/2006/relationships/hyperlink" Target="https://github.com/kavya-korem/cs5610-project1" TargetMode="External" Id="Rb456b5d43de64b01" /><Relationship Type="http://schemas.openxmlformats.org/officeDocument/2006/relationships/hyperlink" Target="https://www.youtube.com/watch?v=vr1FiaU9wmw" TargetMode="External" Id="R3aeb7ef0af6c4e72" /><Relationship Type="http://schemas.openxmlformats.org/officeDocument/2006/relationships/image" Target="/ppt/media/image5.jpeg" Id="R16c981b7f7d842f9" /><Relationship Type="http://schemas.openxmlformats.org/officeDocument/2006/relationships/notesSlide" Target="/ppt/notesSlides/notesSlide7.xml" Id="Rfc5ebf68cab14903"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54" name="Google Shape;54;p13">
            <a:extLst xmlns:a="http://schemas.openxmlformats.org/drawingml/2006/main">
              <a:ext uri="{FF2B5EF4-FFF2-40B4-BE49-F238E27FC236}">
                <a16:creationId xmlns:a16="http://schemas.microsoft.com/office/drawing/2014/main" id="{8ED5E05A-3FEA-4DC6-8CA4-ED18332E72D7}"/>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p xmlns:a="http://schemas.openxmlformats.org/drawingml/2006/main">
            <a:pPr marL="0" lvl="0" indent="0" algn="ctr">
              <a:spcBef>
                <a:spcPts val="0"/>
              </a:spcBef>
              <a:spcAft>
                <a:spcPts val="0"/>
              </a:spcAft>
              <a:buNone/>
            </a:pPr>
            <a:r>
              <a:t>Kavya's homepage</a:t>
            </a:r>
            <a:endParaRPr/>
          </a:p>
        </p:txBody>
      </p:sp>
      <p:sp>
        <p:nvSpPr>
          <p:cNvPr id="55" name="Google Shape;55;p13">
            <a:extLst xmlns:a="http://schemas.openxmlformats.org/drawingml/2006/main">
              <a:ext uri="{FF2B5EF4-FFF2-40B4-BE49-F238E27FC236}">
                <a16:creationId xmlns:a16="http://schemas.microsoft.com/office/drawing/2014/main" id="{CC34A1DB-9338-43AA-AD7E-0CB429FB973D}"/>
              </a:ext>
            </a:extLst>
          </p:cNvPr>
          <p:cNvSpPr>
            <a:spLocks xmlns:a="http://schemas.openxmlformats.org/drawingml/2006/main" noGrp="1"/>
          </p:cNvSpPr>
          <p:nvPr>
            <p:ph type="subTitle" idx="1"/>
          </p:nvPr>
        </p:nvSpPr>
        <p:spPr>
          <a:xfrm xmlns:a="http://schemas.openxmlformats.org/drawingml/2006/main">
            <a:off x="311658" y="2838450"/>
            <a:ext cx="8520589" cy="12573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algn="ctr">
              <a:defRPr sz="2100">
                <a:solidFill>
                  <a:srgbClr val="595959"/>
                </a:solidFill>
                <a:latin typeface="Arial"/>
                <a:ea typeface="Arial"/>
                <a:cs typeface="Arial"/>
              </a:defRPr>
            </a:pPr>
            <a:r>
              <a:rPr sz="2100" u="none">
                <a:solidFill>
                  <a:srgbClr val="595959"/>
                </a:solidFill>
                <a:latin typeface="Arial"/>
                <a:ea typeface="Arial"/>
                <a:cs typeface="Arial"/>
                <a:hlinkClick xmlns:r="http://schemas.openxmlformats.org/officeDocument/2006/relationships" r:id="R216f9b46375640db"/>
              </a:rPr>
              <a:t>Kavya Kusuma Reddy Korem</a:t>
            </a:r>
          </a:p>
          <a:p xmlns:a="http://schemas.openxmlformats.org/drawingml/2006/main">
            <a:pPr algn="ctr">
              <a:defRPr sz="2100">
                <a:solidFill>
                  <a:srgbClr val="595959"/>
                </a:solidFill>
                <a:latin typeface="Arial"/>
                <a:ea typeface="Arial"/>
                <a:cs typeface="Arial"/>
              </a:defRPr>
            </a:pPr>
            <a:r>
              <a:rPr sz="2100">
                <a:solidFill>
                  <a:srgbClr val="595959"/>
                </a:solidFill>
                <a:latin typeface="Arial"/>
                <a:ea typeface="Arial"/>
                <a:cs typeface="Arial"/>
              </a:rPr>
              <a:t>Project 1: CS5610 Web Development</a:t>
            </a:r>
          </a:p>
          <a:p xmlns:a="http://schemas.openxmlformats.org/drawingml/2006/main">
            <a:pPr algn="ctr">
              <a:defRPr sz="2100">
                <a:solidFill>
                  <a:srgbClr val="595959"/>
                </a:solidFill>
                <a:latin typeface="Arial"/>
                <a:ea typeface="Arial"/>
                <a:cs typeface="Arial"/>
              </a:defRPr>
            </a:pPr>
            <a:r>
              <a:rPr sz="2100">
                <a:solidFill>
                  <a:srgbClr val="595959"/>
                </a:solidFill>
                <a:latin typeface="Arial"/>
                <a:ea typeface="Arial"/>
                <a:cs typeface="Arial"/>
              </a:rPr>
              <a:t>Northeastern University</a:t>
            </a:r>
          </a:p>
        </p:txBody>
      </p:sp>
      <p:pic>
        <p:nvPicPr>
          <p:cNvPr id="60" name="Google Shape;57;p13"/>
          <p:cNvPicPr>
            <a:picLocks xmlns:a="http://schemas.openxmlformats.org/drawingml/2006/main" noChangeAspect="1"/>
          </p:cNvPicPr>
          <p:nvPr/>
        </p:nvPicPr>
        <p:blipFill>
          <a:blip xmlns:r="http://schemas.openxmlformats.org/officeDocument/2006/relationships" xmlns:a="http://schemas.openxmlformats.org/drawingml/2006/main" r:embed="R9bdc4fee260b4174">
            <a:alphaModFix/>
          </a:blip>
          <a:stretch xmlns:a="http://schemas.openxmlformats.org/drawingml/2006/main">
            <a:fillRect l="0" t="0" r="0" b="0"/>
          </a:stretch>
        </p:blipFill>
        <p:spPr>
          <a:xfrm xmlns:a="http://schemas.openxmlformats.org/drawingml/2006/main">
            <a:off x="6973000" y="4324438"/>
            <a:ext cx="2058424" cy="675425"/>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95594422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62" name="Google Shape;62;p14">
            <a:extLst xmlns:a="http://schemas.openxmlformats.org/drawingml/2006/main">
              <a:ext uri="{FF2B5EF4-FFF2-40B4-BE49-F238E27FC236}">
                <a16:creationId xmlns:a16="http://schemas.microsoft.com/office/drawing/2014/main" id="{E92A3630-E350-4B11-A79D-012CF4608632}"/>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t>Objective</a:t>
            </a:r>
            <a:endParaRPr/>
          </a:p>
        </p:txBody>
      </p:sp>
      <p:sp>
        <p:nvSpPr>
          <p:cNvPr id="63" name="Google Shape;63;p14">
            <a:extLst xmlns:a="http://schemas.openxmlformats.org/drawingml/2006/main">
              <a:ext uri="{FF2B5EF4-FFF2-40B4-BE49-F238E27FC236}">
                <a16:creationId xmlns:a16="http://schemas.microsoft.com/office/drawing/2014/main" id="{BD6E3AFF-F061-4F90-8F5B-9F46B7C65439}"/>
              </a:ext>
            </a:extLst>
          </p:cNvPr>
          <p:cNvSpPr>
            <a:spLocks xmlns:a="http://schemas.openxmlformats.org/drawingml/2006/main" noGrp="1"/>
          </p:cNvSpPr>
          <p:nvPr>
            <p:ph type="body" idx="1"/>
          </p:nvPr>
        </p:nvSpPr>
        <p:spPr>
          <a:xfrm xmlns:a="http://schemas.openxmlformats.org/drawingml/2006/main">
            <a:off x="409575" y="1438275"/>
            <a:ext cx="2952750" cy="28575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203200" indent="-114300">
              <a:spcAft>
                <a:spcPts val="1600"/>
              </a:spcAft>
              <a:buChar char="•"/>
              <a:defRPr sz="1800">
                <a:solidFill>
                  <a:srgbClr val="595959"/>
                </a:solidFill>
                <a:latin typeface="Arial"/>
                <a:ea typeface="Arial"/>
                <a:cs typeface="Arial"/>
              </a:defRPr>
            </a:pPr>
            <a:r>
              <a:rPr sz="1800">
                <a:solidFill>
                  <a:srgbClr val="595959"/>
                </a:solidFill>
                <a:latin typeface="Arial"/>
                <a:ea typeface="Arial"/>
                <a:cs typeface="Arial"/>
              </a:rPr>
              <a:t>Introduce my background, skills, and selected work.</a:t>
            </a:r>
          </a:p>
          <a:p xmlns:a="http://schemas.openxmlformats.org/drawingml/2006/main">
            <a:pPr marL="203200" indent="-114300">
              <a:spcAft>
                <a:spcPts val="1600"/>
              </a:spcAft>
              <a:buChar char="•"/>
              <a:defRPr sz="1800">
                <a:solidFill>
                  <a:srgbClr val="595959"/>
                </a:solidFill>
                <a:latin typeface="Arial"/>
                <a:ea typeface="Arial"/>
                <a:cs typeface="Arial"/>
              </a:defRPr>
            </a:pPr>
            <a:r>
              <a:rPr sz="1800">
                <a:solidFill>
                  <a:srgbClr val="595959"/>
                </a:solidFill>
                <a:latin typeface="Arial"/>
                <a:ea typeface="Arial"/>
                <a:cs typeface="Arial"/>
              </a:rPr>
              <a:t>Share my reading interests through an interactive book finder.</a:t>
            </a:r>
          </a:p>
        </p:txBody>
      </p:sp>
      <p:pic>
        <p:nvPicPr>
          <p:cNvPr id="67" name=""/>
          <p:cNvPicPr>
            <a:picLocks xmlns:a="http://schemas.openxmlformats.org/drawingml/2006/main" noChangeAspect="1"/>
          </p:cNvPicPr>
          <p:nvPr/>
        </p:nvPicPr>
        <p:blipFill>
          <a:blip xmlns:r="http://schemas.openxmlformats.org/officeDocument/2006/relationships" xmlns:a="http://schemas.openxmlformats.org/drawingml/2006/main" r:embed="Rc8c244999c4e4b19"/>
          <a:stretch xmlns:a="http://schemas.openxmlformats.org/drawingml/2006/main"/>
        </p:blipFill>
        <p:spPr>
          <a:xfrm xmlns:a="http://schemas.openxmlformats.org/drawingml/2006/main">
            <a:off x="3630083" y="1400175"/>
            <a:ext cx="5198533" cy="2924175"/>
          </a:xfrm>
          <a:prstGeom xmlns:a="http://schemas.openxmlformats.org/drawingml/2006/main" prst="rect">
            <a:avLst/>
          </a:prstGeom>
        </p:spPr>
      </p:pic>
    </p:spTree>
    <p:extLst>
      <p:ext uri="{BB962C8B-B14F-4D97-AF65-F5344CB8AC3E}">
        <p14:creationId xmlns:p14="http://schemas.microsoft.com/office/powerpoint/2010/main" val="96364574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68" name="Google Shape;68;p15">
            <a:extLst xmlns:a="http://schemas.openxmlformats.org/drawingml/2006/main">
              <a:ext uri="{FF2B5EF4-FFF2-40B4-BE49-F238E27FC236}">
                <a16:creationId xmlns:a16="http://schemas.microsoft.com/office/drawing/2014/main" id="{90522821-412F-4EA1-9B02-B8806C29B599}"/>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t>Design and Mockups</a:t>
            </a:r>
            <a:endParaRPr/>
          </a:p>
        </p:txBody>
      </p:sp>
      <p:sp>
        <p:nvSpPr>
          <p:cNvPr id="69" name="wireframe-0-label">
            <a:extLst xmlns:a="http://schemas.openxmlformats.org/drawingml/2006/main">
              <a:ext uri="{FF2B5EF4-FFF2-40B4-BE49-F238E27FC236}">
                <a16:creationId xmlns:a16="http://schemas.microsoft.com/office/drawing/2014/main" id="{0C6F8DE3-3C63-4C6F-90FB-2EAFE19B7686}"/>
              </a:ext>
            </a:extLst>
          </p:cNvPr>
          <p:cNvSpPr>
            <a:spLocks xmlns:a="http://schemas.openxmlformats.org/drawingml/2006/main" noGrp="1"/>
          </p:cNvSpPr>
          <p:nvPr/>
        </p:nvSpPr>
        <p:spPr>
          <a:xfrm xmlns:a="http://schemas.openxmlformats.org/drawingml/2006/main">
            <a:off x="409575" y="1323975"/>
            <a:ext cx="2628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ctr">
              <a:defRPr sz="1800">
                <a:solidFill>
                  <a:srgbClr val="595959"/>
                </a:solidFill>
                <a:latin typeface="Arial"/>
                <a:ea typeface="Arial"/>
                <a:cs typeface="Arial"/>
              </a:defRPr>
            </a:pPr>
            <a:r>
              <a:rPr sz="1800">
                <a:solidFill>
                  <a:srgbClr val="595959"/>
                </a:solidFill>
                <a:latin typeface="Arial"/>
                <a:ea typeface="Arial"/>
                <a:cs typeface="Arial"/>
              </a:rPr>
              <a:t>Home</a:t>
            </a:r>
          </a:p>
        </p:txBody>
      </p:sp>
      <p:pic>
        <p:nvPicPr>
          <p:cNvPr id="78" name=""/>
          <p:cNvPicPr>
            <a:picLocks xmlns:a="http://schemas.openxmlformats.org/drawingml/2006/main" noChangeAspect="1"/>
          </p:cNvPicPr>
          <p:nvPr/>
        </p:nvPicPr>
        <p:blipFill>
          <a:blip xmlns:r="http://schemas.openxmlformats.org/officeDocument/2006/relationships" xmlns:a="http://schemas.openxmlformats.org/drawingml/2006/main" r:embed="Re14076922f524fdb"/>
          <a:stretch xmlns:a="http://schemas.openxmlformats.org/drawingml/2006/main"/>
        </p:blipFill>
        <p:spPr>
          <a:xfrm xmlns:a="http://schemas.openxmlformats.org/drawingml/2006/main">
            <a:off x="409575" y="1822020"/>
            <a:ext cx="2628900" cy="1899509"/>
          </a:xfrm>
          <a:prstGeom xmlns:a="http://schemas.openxmlformats.org/drawingml/2006/main" prst="rect">
            <a:avLst/>
          </a:prstGeom>
        </p:spPr>
      </p:pic>
      <p:sp>
        <p:nvSpPr>
          <p:cNvPr id="71" name="wireframe-1-label">
            <a:extLst xmlns:a="http://schemas.openxmlformats.org/drawingml/2006/main">
              <a:ext uri="{FF2B5EF4-FFF2-40B4-BE49-F238E27FC236}">
                <a16:creationId xmlns:a16="http://schemas.microsoft.com/office/drawing/2014/main" id="{2B962EEC-78D4-4B7C-BE96-DA45FC71FDC4}"/>
              </a:ext>
            </a:extLst>
          </p:cNvPr>
          <p:cNvSpPr>
            <a:spLocks xmlns:a="http://schemas.openxmlformats.org/drawingml/2006/main" noGrp="1"/>
          </p:cNvSpPr>
          <p:nvPr/>
        </p:nvSpPr>
        <p:spPr>
          <a:xfrm xmlns:a="http://schemas.openxmlformats.org/drawingml/2006/main">
            <a:off x="3267075" y="1323975"/>
            <a:ext cx="2628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ctr">
              <a:defRPr sz="1800">
                <a:solidFill>
                  <a:srgbClr val="595959"/>
                </a:solidFill>
                <a:latin typeface="Arial"/>
                <a:ea typeface="Arial"/>
                <a:cs typeface="Arial"/>
              </a:defRPr>
            </a:pPr>
            <a:r>
              <a:rPr sz="1800">
                <a:solidFill>
                  <a:srgbClr val="595959"/>
                </a:solidFill>
                <a:latin typeface="Arial"/>
                <a:ea typeface="Arial"/>
                <a:cs typeface="Arial"/>
              </a:rPr>
              <a:t>About</a:t>
            </a:r>
          </a:p>
        </p:txBody>
      </p:sp>
      <p:pic>
        <p:nvPicPr>
          <p:cNvPr id="80" name=""/>
          <p:cNvPicPr>
            <a:picLocks xmlns:a="http://schemas.openxmlformats.org/drawingml/2006/main" noChangeAspect="1"/>
          </p:cNvPicPr>
          <p:nvPr/>
        </p:nvPicPr>
        <p:blipFill>
          <a:blip xmlns:r="http://schemas.openxmlformats.org/officeDocument/2006/relationships" xmlns:a="http://schemas.openxmlformats.org/drawingml/2006/main" r:embed="R1589debdd0bb4aa4"/>
          <a:stretch xmlns:a="http://schemas.openxmlformats.org/drawingml/2006/main"/>
        </p:blipFill>
        <p:spPr>
          <a:xfrm xmlns:a="http://schemas.openxmlformats.org/drawingml/2006/main">
            <a:off x="3267075" y="1842639"/>
            <a:ext cx="2628900" cy="1858271"/>
          </a:xfrm>
          <a:prstGeom xmlns:a="http://schemas.openxmlformats.org/drawingml/2006/main" prst="rect">
            <a:avLst/>
          </a:prstGeom>
        </p:spPr>
      </p:pic>
      <p:sp>
        <p:nvSpPr>
          <p:cNvPr id="73" name="wireframe-2-label">
            <a:extLst xmlns:a="http://schemas.openxmlformats.org/drawingml/2006/main">
              <a:ext uri="{FF2B5EF4-FFF2-40B4-BE49-F238E27FC236}">
                <a16:creationId xmlns:a16="http://schemas.microsoft.com/office/drawing/2014/main" id="{9F602EF3-5505-45E6-8074-1ACA4A1D8A4A}"/>
              </a:ext>
            </a:extLst>
          </p:cNvPr>
          <p:cNvSpPr>
            <a:spLocks xmlns:a="http://schemas.openxmlformats.org/drawingml/2006/main" noGrp="1"/>
          </p:cNvSpPr>
          <p:nvPr/>
        </p:nvSpPr>
        <p:spPr>
          <a:xfrm xmlns:a="http://schemas.openxmlformats.org/drawingml/2006/main">
            <a:off x="6124575" y="1323975"/>
            <a:ext cx="2628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ctr">
              <a:defRPr sz="1800">
                <a:solidFill>
                  <a:srgbClr val="595959"/>
                </a:solidFill>
                <a:latin typeface="Arial"/>
                <a:ea typeface="Arial"/>
                <a:cs typeface="Arial"/>
              </a:defRPr>
            </a:pPr>
            <a:r>
              <a:rPr sz="1800">
                <a:solidFill>
                  <a:srgbClr val="595959"/>
                </a:solidFill>
                <a:latin typeface="Arial"/>
                <a:ea typeface="Arial"/>
                <a:cs typeface="Arial"/>
              </a:rPr>
              <a:t>Bookshelf</a:t>
            </a:r>
          </a:p>
        </p:txBody>
      </p:sp>
      <p:pic>
        <p:nvPicPr>
          <p:cNvPr id="82" name=""/>
          <p:cNvPicPr>
            <a:picLocks xmlns:a="http://schemas.openxmlformats.org/drawingml/2006/main" noChangeAspect="1"/>
          </p:cNvPicPr>
          <p:nvPr/>
        </p:nvPicPr>
        <p:blipFill>
          <a:blip xmlns:r="http://schemas.openxmlformats.org/officeDocument/2006/relationships" xmlns:a="http://schemas.openxmlformats.org/drawingml/2006/main" r:embed="Ref84298ed4d34915"/>
          <a:stretch xmlns:a="http://schemas.openxmlformats.org/drawingml/2006/main"/>
        </p:blipFill>
        <p:spPr>
          <a:xfrm xmlns:a="http://schemas.openxmlformats.org/drawingml/2006/main">
            <a:off x="6124575" y="1963775"/>
            <a:ext cx="2628900" cy="1616000"/>
          </a:xfrm>
          <a:prstGeom xmlns:a="http://schemas.openxmlformats.org/drawingml/2006/main" prst="rect">
            <a:avLst/>
          </a:prstGeom>
        </p:spPr>
      </p:pic>
      <p:sp>
        <p:nvSpPr>
          <p:cNvPr id="75" name="design-note">
            <a:extLst xmlns:a="http://schemas.openxmlformats.org/drawingml/2006/main">
              <a:ext uri="{FF2B5EF4-FFF2-40B4-BE49-F238E27FC236}">
                <a16:creationId xmlns:a16="http://schemas.microsoft.com/office/drawing/2014/main" id="{BF30092C-9478-45A5-BF5D-1D135F6CD86A}"/>
              </a:ext>
            </a:extLst>
          </p:cNvPr>
          <p:cNvSpPr>
            <a:spLocks xmlns:a="http://schemas.openxmlformats.org/drawingml/2006/main" noGrp="1"/>
          </p:cNvSpPr>
          <p:nvPr/>
        </p:nvSpPr>
        <p:spPr>
          <a:xfrm xmlns:a="http://schemas.openxmlformats.org/drawingml/2006/main">
            <a:off x="409575" y="4171950"/>
            <a:ext cx="83248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800">
                <a:solidFill>
                  <a:srgbClr val="595959"/>
                </a:solidFill>
                <a:latin typeface="Arial"/>
                <a:ea typeface="Arial"/>
                <a:cs typeface="Arial"/>
              </a:defRPr>
            </a:pPr>
            <a:r>
              <a:rPr sz="1800">
                <a:solidFill>
                  <a:srgbClr val="595959"/>
                </a:solidFill>
                <a:latin typeface="Arial"/>
                <a:ea typeface="Arial"/>
                <a:cs typeface="Arial"/>
              </a:rPr>
              <a:t>Cream and sage colors, serif headings, and consistent navigation</a:t>
            </a:r>
          </a:p>
        </p:txBody>
      </p:sp>
    </p:spTree>
    <p:extLst>
      <p:ext uri="{BB962C8B-B14F-4D97-AF65-F5344CB8AC3E}">
        <p14:creationId xmlns:p14="http://schemas.microsoft.com/office/powerpoint/2010/main" val="53746197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73" name="Google Shape;73;p16">
            <a:extLst xmlns:a="http://schemas.openxmlformats.org/drawingml/2006/main">
              <a:ext uri="{FF2B5EF4-FFF2-40B4-BE49-F238E27FC236}">
                <a16:creationId xmlns:a16="http://schemas.microsoft.com/office/drawing/2014/main" id="{78A2AAB0-AF30-465B-8BB1-E2CCD55034A7}"/>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t>Technologies used</a:t>
            </a:r>
            <a:endParaRPr/>
          </a:p>
        </p:txBody>
      </p:sp>
      <p:sp>
        <p:nvSpPr>
          <p:cNvPr id="74" name="Google Shape;74;p16">
            <a:extLst xmlns:a="http://schemas.openxmlformats.org/drawingml/2006/main">
              <a:ext uri="{FF2B5EF4-FFF2-40B4-BE49-F238E27FC236}">
                <a16:creationId xmlns:a16="http://schemas.microsoft.com/office/drawing/2014/main" id="{DA3794E9-5C32-4971-B3AD-5FE98CAD6D05}"/>
              </a:ext>
            </a:extLst>
          </p:cNvPr>
          <p:cNvSpPr>
            <a:spLocks xmlns:a="http://schemas.openxmlformats.org/drawingml/2006/main" noGrp="1"/>
          </p:cNvSpPr>
          <p:nvPr>
            <p:ph type="body" idx="1"/>
          </p:nvPr>
        </p:nvSpPr>
        <p:spPr>
          <a:xfrm xmlns:a="http://schemas.openxmlformats.org/drawingml/2006/main">
            <a:off x="409575" y="1438275"/>
            <a:ext cx="2895600" cy="28575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203200" indent="-114300">
              <a:spcAft>
                <a:spcPts val="1600"/>
              </a:spcAft>
              <a:buChar char="•"/>
              <a:defRPr sz="1800">
                <a:solidFill>
                  <a:srgbClr val="595959"/>
                </a:solidFill>
                <a:latin typeface="Arial"/>
                <a:ea typeface="Arial"/>
                <a:cs typeface="Arial"/>
              </a:defRPr>
            </a:pPr>
            <a:r>
              <a:rPr sz="1800">
                <a:solidFill>
                  <a:srgbClr val="595959"/>
                </a:solidFill>
                <a:latin typeface="Arial"/>
                <a:ea typeface="Arial"/>
                <a:cs typeface="Arial"/>
              </a:rPr>
              <a:t>HTML5 and CSS Grid / Flexbox</a:t>
            </a:r>
          </a:p>
          <a:p xmlns:a="http://schemas.openxmlformats.org/drawingml/2006/main">
            <a:pPr marL="203200" indent="-114300">
              <a:spcAft>
                <a:spcPts val="1600"/>
              </a:spcAft>
              <a:buChar char="•"/>
              <a:defRPr sz="1800">
                <a:solidFill>
                  <a:srgbClr val="595959"/>
                </a:solidFill>
                <a:latin typeface="Arial"/>
                <a:ea typeface="Arial"/>
                <a:cs typeface="Arial"/>
              </a:defRPr>
            </a:pPr>
            <a:r>
              <a:rPr sz="1800">
                <a:solidFill>
                  <a:srgbClr val="595959"/>
                </a:solidFill>
                <a:latin typeface="Arial"/>
                <a:ea typeface="Arial"/>
                <a:cs typeface="Arial"/>
              </a:rPr>
              <a:t>Native JavaScript modules</a:t>
            </a:r>
          </a:p>
          <a:p xmlns:a="http://schemas.openxmlformats.org/drawingml/2006/main">
            <a:pPr marL="203200" indent="-114300">
              <a:spcAft>
                <a:spcPts val="1600"/>
              </a:spcAft>
              <a:buChar char="•"/>
              <a:defRPr sz="1800">
                <a:solidFill>
                  <a:srgbClr val="595959"/>
                </a:solidFill>
                <a:latin typeface="Arial"/>
                <a:ea typeface="Arial"/>
                <a:cs typeface="Arial"/>
              </a:defRPr>
            </a:pPr>
            <a:r>
              <a:rPr sz="1800">
                <a:solidFill>
                  <a:srgbClr val="595959"/>
                </a:solidFill>
                <a:latin typeface="Arial"/>
                <a:ea typeface="Arial"/>
                <a:cs typeface="Arial"/>
              </a:rPr>
              <a:t>Local recommendation data</a:t>
            </a:r>
          </a:p>
          <a:p xmlns:a="http://schemas.openxmlformats.org/drawingml/2006/main">
            <a:pPr marL="203200" indent="-114300">
              <a:spcAft>
                <a:spcPts val="1600"/>
              </a:spcAft>
              <a:buChar char="•"/>
              <a:defRPr sz="1800">
                <a:solidFill>
                  <a:srgbClr val="595959"/>
                </a:solidFill>
                <a:latin typeface="Arial"/>
                <a:ea typeface="Arial"/>
                <a:cs typeface="Arial"/>
              </a:defRPr>
            </a:pPr>
            <a:r>
              <a:rPr sz="1800">
                <a:solidFill>
                  <a:srgbClr val="595959"/>
                </a:solidFill>
                <a:latin typeface="Arial"/>
                <a:ea typeface="Arial"/>
                <a:cs typeface="Arial"/>
              </a:rPr>
              <a:t>ESLint and Prettier</a:t>
            </a:r>
          </a:p>
        </p:txBody>
      </p:sp>
      <p:pic>
        <p:nvPicPr>
          <p:cNvPr id="79" name=""/>
          <p:cNvPicPr>
            <a:picLocks xmlns:a="http://schemas.openxmlformats.org/drawingml/2006/main" noChangeAspect="1"/>
          </p:cNvPicPr>
          <p:nvPr/>
        </p:nvPicPr>
        <p:blipFill>
          <a:blip xmlns:r="http://schemas.openxmlformats.org/officeDocument/2006/relationships" xmlns:a="http://schemas.openxmlformats.org/drawingml/2006/main" r:embed="R7c6bc8e167f246c2"/>
          <a:stretch xmlns:a="http://schemas.openxmlformats.org/drawingml/2006/main"/>
        </p:blipFill>
        <p:spPr>
          <a:xfrm xmlns:a="http://schemas.openxmlformats.org/drawingml/2006/main">
            <a:off x="3630083" y="1400175"/>
            <a:ext cx="5198533" cy="2924175"/>
          </a:xfrm>
          <a:prstGeom xmlns:a="http://schemas.openxmlformats.org/drawingml/2006/main" prst="rect">
            <a:avLst/>
          </a:prstGeom>
        </p:spPr>
      </p:pic>
      <p:sp>
        <p:nvSpPr>
          <p:cNvPr id="76" name="technology-footnote">
            <a:extLst xmlns:a="http://schemas.openxmlformats.org/drawingml/2006/main">
              <a:ext uri="{FF2B5EF4-FFF2-40B4-BE49-F238E27FC236}">
                <a16:creationId xmlns:a16="http://schemas.microsoft.com/office/drawing/2014/main" id="{84282616-F041-4206-BD29-B7B1F1868A1E}"/>
              </a:ext>
            </a:extLst>
          </p:cNvPr>
          <p:cNvSpPr>
            <a:spLocks xmlns:a="http://schemas.openxmlformats.org/drawingml/2006/main" noGrp="1"/>
          </p:cNvSpPr>
          <p:nvPr/>
        </p:nvSpPr>
        <p:spPr>
          <a:xfrm xmlns:a="http://schemas.openxmlformats.org/drawingml/2006/main">
            <a:off x="409575" y="4467225"/>
            <a:ext cx="828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800">
                <a:solidFill>
                  <a:srgbClr val="595959"/>
                </a:solidFill>
                <a:latin typeface="Arial"/>
                <a:ea typeface="Arial"/>
                <a:cs typeface="Arial"/>
              </a:defRPr>
            </a:pPr>
            <a:r>
              <a:rPr sz="1800">
                <a:solidFill>
                  <a:srgbClr val="595959"/>
                </a:solidFill>
                <a:latin typeface="Arial"/>
                <a:ea typeface="Arial"/>
                <a:cs typeface="Arial"/>
              </a:rPr>
              <a:t>Static site with no framework or build step</a:t>
            </a:r>
          </a:p>
        </p:txBody>
      </p:sp>
    </p:spTree>
    <p:extLst>
      <p:ext uri="{BB962C8B-B14F-4D97-AF65-F5344CB8AC3E}">
        <p14:creationId xmlns:p14="http://schemas.microsoft.com/office/powerpoint/2010/main" val="52034407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17">
            <a:extLst xmlns:a="http://schemas.openxmlformats.org/drawingml/2006/main">
              <a:ext uri="{FF2B5EF4-FFF2-40B4-BE49-F238E27FC236}">
                <a16:creationId xmlns:a16="http://schemas.microsoft.com/office/drawing/2014/main" id="{721CAB04-4EA4-4454-90FF-B070567E1E7E}"/>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t>What I'm proud of</a:t>
            </a:r>
            <a:endParaRPr/>
          </a:p>
        </p:txBody>
      </p:sp>
      <p:sp>
        <p:nvSpPr>
          <p:cNvPr id="80" name="Google Shape;80;p17">
            <a:extLst xmlns:a="http://schemas.openxmlformats.org/drawingml/2006/main">
              <a:ext uri="{FF2B5EF4-FFF2-40B4-BE49-F238E27FC236}">
                <a16:creationId xmlns:a16="http://schemas.microsoft.com/office/drawing/2014/main" id="{A20A5968-F671-49E9-949D-EDF50A0AB976}"/>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1600"/>
              </a:spcAft>
              <a:buNone/>
            </a:pPr>
            <a:r>
              <a:t/>
            </a:r>
            <a:endParaRPr/>
          </a:p>
        </p:txBody>
      </p:sp>
      <p:pic>
        <p:nvPicPr>
          <p:cNvPr id="85" name=""/>
          <p:cNvPicPr>
            <a:picLocks xmlns:a="http://schemas.openxmlformats.org/drawingml/2006/main" noChangeAspect="1"/>
          </p:cNvPicPr>
          <p:nvPr/>
        </p:nvPicPr>
        <p:blipFill>
          <a:blip xmlns:r="http://schemas.openxmlformats.org/officeDocument/2006/relationships" xmlns:a="http://schemas.openxmlformats.org/drawingml/2006/main" r:embed="R548ea10478dc4738"/>
          <a:stretch xmlns:a="http://schemas.openxmlformats.org/drawingml/2006/main"/>
        </p:blipFill>
        <p:spPr>
          <a:xfrm xmlns:a="http://schemas.openxmlformats.org/drawingml/2006/main">
            <a:off x="1625600" y="1190625"/>
            <a:ext cx="5892800" cy="3314700"/>
          </a:xfrm>
          <a:prstGeom xmlns:a="http://schemas.openxmlformats.org/drawingml/2006/main" prst="rect">
            <a:avLst/>
          </a:prstGeom>
        </p:spPr>
      </p:pic>
      <p:sp>
        <p:nvSpPr>
          <p:cNvPr id="82" name="finder-evidence">
            <a:extLst xmlns:a="http://schemas.openxmlformats.org/drawingml/2006/main">
              <a:ext uri="{FF2B5EF4-FFF2-40B4-BE49-F238E27FC236}">
                <a16:creationId xmlns:a16="http://schemas.microsoft.com/office/drawing/2014/main" id="{9A0784F7-3CD6-4980-B622-A85E499DDDA6}"/>
              </a:ext>
            </a:extLst>
          </p:cNvPr>
          <p:cNvSpPr>
            <a:spLocks xmlns:a="http://schemas.openxmlformats.org/drawingml/2006/main" noGrp="1"/>
          </p:cNvSpPr>
          <p:nvPr/>
        </p:nvSpPr>
        <p:spPr>
          <a:xfrm xmlns:a="http://schemas.openxmlformats.org/drawingml/2006/main">
            <a:off x="409575" y="4600575"/>
            <a:ext cx="8324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800">
                <a:solidFill>
                  <a:srgbClr val="595959"/>
                </a:solidFill>
                <a:latin typeface="Arial"/>
                <a:ea typeface="Arial"/>
                <a:cs typeface="Arial"/>
              </a:defRPr>
            </a:pPr>
            <a:r>
              <a:rPr sz="1800">
                <a:solidFill>
                  <a:srgbClr val="595959"/>
                </a:solidFill>
                <a:latin typeface="Arial"/>
                <a:ea typeface="Arial"/>
                <a:cs typeface="Arial"/>
              </a:rPr>
              <a:t>12 genre and mood combinations, three recommendations each</a:t>
            </a:r>
          </a:p>
        </p:txBody>
      </p:sp>
    </p:spTree>
    <p:extLst>
      <p:ext uri="{BB962C8B-B14F-4D97-AF65-F5344CB8AC3E}">
        <p14:creationId xmlns:p14="http://schemas.microsoft.com/office/powerpoint/2010/main" val="89526504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85" name="Google Shape;85;p18">
            <a:extLst xmlns:a="http://schemas.openxmlformats.org/drawingml/2006/main">
              <a:ext uri="{FF2B5EF4-FFF2-40B4-BE49-F238E27FC236}">
                <a16:creationId xmlns:a16="http://schemas.microsoft.com/office/drawing/2014/main" id="{FA030796-4264-4CB4-A67F-83535037AEB3}"/>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t>Implementation challenges</a:t>
            </a:r>
            <a:endParaRPr/>
          </a:p>
        </p:txBody>
      </p:sp>
      <p:sp>
        <p:nvSpPr>
          <p:cNvPr id="86" name="Google Shape;86;p18">
            <a:extLst xmlns:a="http://schemas.openxmlformats.org/drawingml/2006/main">
              <a:ext uri="{FF2B5EF4-FFF2-40B4-BE49-F238E27FC236}">
                <a16:creationId xmlns:a16="http://schemas.microsoft.com/office/drawing/2014/main" id="{01B52DFA-590F-44CF-B8CA-439755C5CE51}"/>
              </a:ext>
            </a:extLst>
          </p:cNvPr>
          <p:cNvSpPr>
            <a:spLocks xmlns:a="http://schemas.openxmlformats.org/drawingml/2006/main" noGrp="1"/>
          </p:cNvSpPr>
          <p:nvPr>
            <p:ph type="body" idx="1"/>
          </p:nvPr>
        </p:nvSpPr>
        <p:spPr>
          <a:xfrm xmlns:a="http://schemas.openxmlformats.org/drawingml/2006/main">
            <a:off x="409575" y="1438275"/>
            <a:ext cx="2952750" cy="276225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203200" indent="-114300">
              <a:spcAft>
                <a:spcPts val="1600"/>
              </a:spcAft>
              <a:buChar char="•"/>
              <a:defRPr sz="1800">
                <a:solidFill>
                  <a:srgbClr val="595959"/>
                </a:solidFill>
                <a:latin typeface="Arial"/>
                <a:ea typeface="Arial"/>
                <a:cs typeface="Arial"/>
              </a:defRPr>
            </a:pPr>
            <a:r>
              <a:rPr sz="1800">
                <a:solidFill>
                  <a:srgbClr val="595959"/>
                </a:solidFill>
                <a:latin typeface="Arial"/>
                <a:ea typeface="Arial"/>
                <a:cs typeface="Arial"/>
              </a:rPr>
              <a:t>Large headings and project cards need room on narrow screens.</a:t>
            </a:r>
          </a:p>
          <a:p xmlns:a="http://schemas.openxmlformats.org/drawingml/2006/main">
            <a:pPr marL="203200" indent="-114300">
              <a:spcAft>
                <a:spcPts val="1600"/>
              </a:spcAft>
              <a:buChar char="•"/>
              <a:defRPr sz="1800">
                <a:solidFill>
                  <a:srgbClr val="595959"/>
                </a:solidFill>
                <a:latin typeface="Arial"/>
                <a:ea typeface="Arial"/>
                <a:cs typeface="Arial"/>
              </a:defRPr>
            </a:pPr>
            <a:r>
              <a:rPr sz="1800">
                <a:solidFill>
                  <a:srgbClr val="595959"/>
                </a:solidFill>
                <a:latin typeface="Arial"/>
                <a:ea typeface="Arial"/>
                <a:cs typeface="Arial"/>
              </a:rPr>
              <a:t>Long book titles need to wrap within recommendation cards.</a:t>
            </a:r>
          </a:p>
        </p:txBody>
      </p:sp>
      <p:pic>
        <p:nvPicPr>
          <p:cNvPr id="91" name=""/>
          <p:cNvPicPr>
            <a:picLocks xmlns:a="http://schemas.openxmlformats.org/drawingml/2006/main" noChangeAspect="1"/>
          </p:cNvPicPr>
          <p:nvPr/>
        </p:nvPicPr>
        <p:blipFill>
          <a:blip xmlns:r="http://schemas.openxmlformats.org/officeDocument/2006/relationships" xmlns:a="http://schemas.openxmlformats.org/drawingml/2006/main" r:embed="R66ae7143c43945a6"/>
          <a:stretch xmlns:a="http://schemas.openxmlformats.org/drawingml/2006/main"/>
        </p:blipFill>
        <p:spPr>
          <a:xfrm xmlns:a="http://schemas.openxmlformats.org/drawingml/2006/main">
            <a:off x="3630083" y="1400175"/>
            <a:ext cx="5198533" cy="2924175"/>
          </a:xfrm>
          <a:prstGeom xmlns:a="http://schemas.openxmlformats.org/drawingml/2006/main" prst="rect">
            <a:avLst/>
          </a:prstGeom>
        </p:spPr>
      </p:pic>
      <p:sp>
        <p:nvSpPr>
          <p:cNvPr id="88" name="responsive-note">
            <a:extLst xmlns:a="http://schemas.openxmlformats.org/drawingml/2006/main">
              <a:ext uri="{FF2B5EF4-FFF2-40B4-BE49-F238E27FC236}">
                <a16:creationId xmlns:a16="http://schemas.microsoft.com/office/drawing/2014/main" id="{07583C95-6C94-4580-B456-15F723123201}"/>
              </a:ext>
            </a:extLst>
          </p:cNvPr>
          <p:cNvSpPr>
            <a:spLocks xmlns:a="http://schemas.openxmlformats.org/drawingml/2006/main" noGrp="1"/>
          </p:cNvSpPr>
          <p:nvPr/>
        </p:nvSpPr>
        <p:spPr>
          <a:xfrm xmlns:a="http://schemas.openxmlformats.org/drawingml/2006/main">
            <a:off x="409575" y="4467225"/>
            <a:ext cx="8324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800">
                <a:solidFill>
                  <a:srgbClr val="595959"/>
                </a:solidFill>
                <a:latin typeface="Arial"/>
                <a:ea typeface="Arial"/>
                <a:cs typeface="Arial"/>
              </a:defRPr>
            </a:pPr>
            <a:r>
              <a:rPr sz="1800">
                <a:solidFill>
                  <a:srgbClr val="595959"/>
                </a:solidFill>
                <a:latin typeface="Arial"/>
                <a:ea typeface="Arial"/>
                <a:cs typeface="Arial"/>
              </a:rPr>
              <a:t>Responsive layouts change at 800px and 500px</a:t>
            </a:r>
          </a:p>
        </p:txBody>
      </p:sp>
    </p:spTree>
    <p:extLst>
      <p:ext uri="{BB962C8B-B14F-4D97-AF65-F5344CB8AC3E}">
        <p14:creationId xmlns:p14="http://schemas.microsoft.com/office/powerpoint/2010/main" val="204595165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91" name="Google Shape;91;p19">
            <a:extLst xmlns:a="http://schemas.openxmlformats.org/drawingml/2006/main">
              <a:ext uri="{FF2B5EF4-FFF2-40B4-BE49-F238E27FC236}">
                <a16:creationId xmlns:a16="http://schemas.microsoft.com/office/drawing/2014/main" id="{01AA75C6-0160-41ED-9595-5CADDA3E3E47}"/>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t>Demo</a:t>
            </a:r>
            <a:endParaRPr/>
          </a:p>
        </p:txBody>
      </p:sp>
      <p:sp>
        <p:nvSpPr>
          <p:cNvPr id="92" name="Google Shape;92;p19">
            <a:extLst xmlns:a="http://schemas.openxmlformats.org/drawingml/2006/main">
              <a:ext uri="{FF2B5EF4-FFF2-40B4-BE49-F238E27FC236}">
                <a16:creationId xmlns:a16="http://schemas.microsoft.com/office/drawing/2014/main" id="{19EC3904-AF2C-4C2C-B92D-03AD0815237D}"/>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1600"/>
              </a:spcAft>
              <a:buNone/>
            </a:pPr>
            <a:r>
              <a:t/>
            </a:r>
            <a:endParaRPr/>
          </a:p>
        </p:txBody>
      </p:sp>
      <p:sp>
        <p:nvSpPr>
          <p:cNvPr id="93" name="demo-context">
            <a:extLst xmlns:a="http://schemas.openxmlformats.org/drawingml/2006/main">
              <a:ext uri="{FF2B5EF4-FFF2-40B4-BE49-F238E27FC236}">
                <a16:creationId xmlns:a16="http://schemas.microsoft.com/office/drawing/2014/main" id="{881B3F1C-D6B7-4802-A0E6-CEC5E9E53812}"/>
              </a:ext>
            </a:extLst>
          </p:cNvPr>
          <p:cNvSpPr>
            <a:spLocks xmlns:a="http://schemas.openxmlformats.org/drawingml/2006/main" noGrp="1"/>
          </p:cNvSpPr>
          <p:nvPr/>
        </p:nvSpPr>
        <p:spPr>
          <a:xfrm xmlns:a="http://schemas.openxmlformats.org/drawingml/2006/main">
            <a:off x="409575" y="1285875"/>
            <a:ext cx="5848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800">
                <a:solidFill>
                  <a:srgbClr val="595959"/>
                </a:solidFill>
                <a:latin typeface="Arial"/>
                <a:ea typeface="Arial"/>
                <a:cs typeface="Arial"/>
              </a:defRPr>
            </a:pPr>
            <a:r>
              <a:rPr sz="1800">
                <a:solidFill>
                  <a:srgbClr val="595959"/>
                </a:solidFill>
                <a:latin typeface="Arial"/>
                <a:ea typeface="Arial"/>
                <a:cs typeface="Arial"/>
              </a:rPr>
              <a:t>Home, About, and the book finder</a:t>
            </a:r>
          </a:p>
        </p:txBody>
      </p:sp>
      <p:sp>
        <p:nvSpPr>
          <p:cNvPr id="94" name="demo-link-0">
            <a:extLst xmlns:a="http://schemas.openxmlformats.org/drawingml/2006/main">
              <a:ext uri="{FF2B5EF4-FFF2-40B4-BE49-F238E27FC236}">
                <a16:creationId xmlns:a16="http://schemas.microsoft.com/office/drawing/2014/main" id="{C393CF48-D1F7-4A7A-915D-B2477C271551}"/>
              </a:ext>
            </a:extLst>
          </p:cNvPr>
          <p:cNvSpPr>
            <a:spLocks xmlns:a="http://schemas.openxmlformats.org/drawingml/2006/main" noGrp="1"/>
          </p:cNvSpPr>
          <p:nvPr/>
        </p:nvSpPr>
        <p:spPr>
          <a:xfrm xmlns:a="http://schemas.openxmlformats.org/drawingml/2006/main">
            <a:off x="409575" y="1971675"/>
            <a:ext cx="5810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100">
                <a:solidFill>
                  <a:srgbClr val="0097A7"/>
                </a:solidFill>
                <a:latin typeface="Arial"/>
                <a:ea typeface="Arial"/>
                <a:cs typeface="Arial"/>
              </a:defRPr>
            </a:pPr>
            <a:r>
              <a:rPr u="sng">
                <a:solidFill>
                  <a:srgbClr val="0097A7"/>
                </a:solidFill>
                <a:hlinkClick xmlns:r="http://schemas.openxmlformats.org/officeDocument/2006/relationships" r:id="R67a2630ba74443a7"/>
              </a:rPr>
              <a:t>Live website</a:t>
            </a:r>
          </a:p>
        </p:txBody>
      </p:sp>
      <p:sp>
        <p:nvSpPr>
          <p:cNvPr id="95" name="demo-link-1">
            <a:extLst xmlns:a="http://schemas.openxmlformats.org/drawingml/2006/main">
              <a:ext uri="{FF2B5EF4-FFF2-40B4-BE49-F238E27FC236}">
                <a16:creationId xmlns:a16="http://schemas.microsoft.com/office/drawing/2014/main" id="{647F67E0-BD7E-471B-A794-727F8466B70D}"/>
              </a:ext>
            </a:extLst>
          </p:cNvPr>
          <p:cNvSpPr>
            <a:spLocks xmlns:a="http://schemas.openxmlformats.org/drawingml/2006/main" noGrp="1"/>
          </p:cNvSpPr>
          <p:nvPr/>
        </p:nvSpPr>
        <p:spPr>
          <a:xfrm xmlns:a="http://schemas.openxmlformats.org/drawingml/2006/main">
            <a:off x="409575" y="2562225"/>
            <a:ext cx="5810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100">
                <a:solidFill>
                  <a:srgbClr val="0097A7"/>
                </a:solidFill>
                <a:latin typeface="Arial"/>
                <a:ea typeface="Arial"/>
                <a:cs typeface="Arial"/>
              </a:defRPr>
            </a:pPr>
            <a:r>
              <a:rPr u="sng">
                <a:solidFill>
                  <a:srgbClr val="0097A7"/>
                </a:solidFill>
                <a:hlinkClick xmlns:r="http://schemas.openxmlformats.org/officeDocument/2006/relationships" r:id="Rb456b5d43de64b01"/>
              </a:rPr>
              <a:t>Project repository</a:t>
            </a:r>
          </a:p>
        </p:txBody>
      </p:sp>
      <p:sp>
        <p:nvSpPr>
          <p:cNvPr id="96" name="demo-link-2">
            <a:extLst xmlns:a="http://schemas.openxmlformats.org/drawingml/2006/main">
              <a:ext uri="{FF2B5EF4-FFF2-40B4-BE49-F238E27FC236}">
                <a16:creationId xmlns:a16="http://schemas.microsoft.com/office/drawing/2014/main" id="{4EF35F22-FFB1-49AB-A8CD-0F3469AB1C33}"/>
              </a:ext>
            </a:extLst>
          </p:cNvPr>
          <p:cNvSpPr>
            <a:spLocks xmlns:a="http://schemas.openxmlformats.org/drawingml/2006/main" noGrp="1"/>
          </p:cNvSpPr>
          <p:nvPr/>
        </p:nvSpPr>
        <p:spPr>
          <a:xfrm xmlns:a="http://schemas.openxmlformats.org/drawingml/2006/main">
            <a:off x="409575" y="3152775"/>
            <a:ext cx="5810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100">
                <a:solidFill>
                  <a:srgbClr val="0097A7"/>
                </a:solidFill>
                <a:latin typeface="Arial"/>
                <a:ea typeface="Arial"/>
                <a:cs typeface="Arial"/>
              </a:defRPr>
            </a:pPr>
            <a:r>
              <a:rPr u="sng">
                <a:solidFill>
                  <a:srgbClr val="0097A7"/>
                </a:solidFill>
                <a:hlinkClick xmlns:r="http://schemas.openxmlformats.org/officeDocument/2006/relationships" r:id="R3aeb7ef0af6c4e72"/>
              </a:rPr>
              <a:t>Video demonstration</a:t>
            </a:r>
          </a:p>
        </p:txBody>
      </p:sp>
      <p:sp>
        <p:nvSpPr>
          <p:cNvPr id="97" name="demo-email">
            <a:extLst xmlns:a="http://schemas.openxmlformats.org/drawingml/2006/main">
              <a:ext uri="{FF2B5EF4-FFF2-40B4-BE49-F238E27FC236}">
                <a16:creationId xmlns:a16="http://schemas.microsoft.com/office/drawing/2014/main" id="{CE8A591E-E0C9-4B7F-9599-7944871ABB06}"/>
              </a:ext>
            </a:extLst>
          </p:cNvPr>
          <p:cNvSpPr>
            <a:spLocks xmlns:a="http://schemas.openxmlformats.org/drawingml/2006/main" noGrp="1"/>
          </p:cNvSpPr>
          <p:nvPr/>
        </p:nvSpPr>
        <p:spPr>
          <a:xfrm xmlns:a="http://schemas.openxmlformats.org/drawingml/2006/main">
            <a:off x="409575" y="4000500"/>
            <a:ext cx="571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800">
                <a:solidFill>
                  <a:srgbClr val="595959"/>
                </a:solidFill>
                <a:latin typeface="Arial"/>
                <a:ea typeface="Arial"/>
                <a:cs typeface="Arial"/>
              </a:defRPr>
            </a:pPr>
            <a:r>
              <a:rPr sz="1800">
                <a:solidFill>
                  <a:srgbClr val="595959"/>
                </a:solidFill>
                <a:latin typeface="Arial"/>
                <a:ea typeface="Arial"/>
                <a:cs typeface="Arial"/>
              </a:rPr>
              <a:t>korem.k@northeastern.edu</a:t>
            </a:r>
          </a:p>
        </p:txBody>
      </p:sp>
      <p:pic>
        <p:nvPicPr>
          <p:cNvPr id="106" name=""/>
          <p:cNvPicPr>
            <a:picLocks xmlns:a="http://schemas.openxmlformats.org/drawingml/2006/main" noChangeAspect="1"/>
          </p:cNvPicPr>
          <p:nvPr/>
        </p:nvPicPr>
        <p:blipFill>
          <a:blip xmlns:r="http://schemas.openxmlformats.org/officeDocument/2006/relationships" xmlns:a="http://schemas.openxmlformats.org/drawingml/2006/main" r:embed="R16c981b7f7d842f9"/>
          <a:stretch xmlns:a="http://schemas.openxmlformats.org/drawingml/2006/main"/>
        </p:blipFill>
        <p:spPr>
          <a:xfrm xmlns:a="http://schemas.openxmlformats.org/drawingml/2006/main">
            <a:off x="7002455" y="1266825"/>
            <a:ext cx="1663715" cy="3600450"/>
          </a:xfrm>
          <a:prstGeom xmlns:a="http://schemas.openxmlformats.org/drawingml/2006/main" prst="rect">
            <a:avLst/>
          </a:prstGeom>
        </p:spPr>
      </p:pic>
    </p:spTree>
    <p:extLst>
      <p:ext uri="{BB962C8B-B14F-4D97-AF65-F5344CB8AC3E}">
        <p14:creationId xmlns:p14="http://schemas.microsoft.com/office/powerpoint/2010/main" val="1738008661"/>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2026-09-28T03:50:44.7780000Z</dcterms:created>
  <dcterms:modified xsi:type="dcterms:W3CDTF">2026-09-28T03:50:44.7780000Z</dcterms:modified>
</coreProperties>
</file>